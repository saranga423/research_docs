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4"/>
  </p:sldMasterIdLst>
  <p:notesMasterIdLst>
    <p:notesMasterId r:id="rId14"/>
  </p:notesMasterIdLst>
  <p:sldIdLst>
    <p:sldId id="256" r:id="rId5"/>
    <p:sldId id="257" r:id="rId6"/>
    <p:sldId id="260" r:id="rId7"/>
    <p:sldId id="261" r:id="rId8"/>
    <p:sldId id="258" r:id="rId9"/>
    <p:sldId id="262" r:id="rId10"/>
    <p:sldId id="267" r:id="rId11"/>
    <p:sldId id="269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890CA2-B0F8-8411-4CDA-BD0E0BAFC078}" v="345" dt="2026-03-09T06:21:46.283"/>
    <p1510:client id="{55F42D8A-6E00-B21D-9B39-85D85F7BFF58}" v="9" dt="2026-03-09T08:14:42.819"/>
    <p1510:client id="{5CFCB120-84C5-A328-CE4A-DF639B81B84C}" v="80" dt="2026-03-08T03:27:17.639"/>
    <p1510:client id="{72835F0E-D672-EE82-1F6B-B8E62F0D878D}" v="63" dt="2026-03-08T07:19:55.310"/>
    <p1510:client id="{809763C6-E40B-2EAC-5146-51AF396B673D}" v="50" dt="2026-03-08T14:23:43.907"/>
    <p1510:client id="{A906BCDE-D06E-25FD-ACE9-651D83CE90EC}" v="931" dt="2026-03-07T18:37:48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INGOLLA W M S N K it22309860" userId="S::it22309860@my.sliit.lk::506a4da9-671d-4234-b266-a315772fa35b" providerId="AD" clId="Web-{8FE307B5-73DB-04BF-8EFD-6A2C87A9F3EA}"/>
    <pc:docChg chg="addSld modSld">
      <pc:chgData name="RASINGOLLA W M S N K it22309860" userId="S::it22309860@my.sliit.lk::506a4da9-671d-4234-b266-a315772fa35b" providerId="AD" clId="Web-{8FE307B5-73DB-04BF-8EFD-6A2C87A9F3EA}" dt="2026-03-05T06:00:27.640" v="5" actId="20577"/>
      <pc:docMkLst>
        <pc:docMk/>
      </pc:docMkLst>
      <pc:sldChg chg="modSp">
        <pc:chgData name="RASINGOLLA W M S N K it22309860" userId="S::it22309860@my.sliit.lk::506a4da9-671d-4234-b266-a315772fa35b" providerId="AD" clId="Web-{8FE307B5-73DB-04BF-8EFD-6A2C87A9F3EA}" dt="2026-03-05T06:00:27.640" v="5" actId="20577"/>
        <pc:sldMkLst>
          <pc:docMk/>
          <pc:sldMk cId="109857222" sldId="256"/>
        </pc:sldMkLst>
        <pc:spChg chg="mod">
          <ac:chgData name="RASINGOLLA W M S N K it22309860" userId="S::it22309860@my.sliit.lk::506a4da9-671d-4234-b266-a315772fa35b" providerId="AD" clId="Web-{8FE307B5-73DB-04BF-8EFD-6A2C87A9F3EA}" dt="2026-03-05T06:00:27.640" v="5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new">
        <pc:chgData name="RASINGOLLA W M S N K it22309860" userId="S::it22309860@my.sliit.lk::506a4da9-671d-4234-b266-a315772fa35b" providerId="AD" clId="Web-{8FE307B5-73DB-04BF-8EFD-6A2C87A9F3EA}" dt="2026-03-05T05:31:02.508" v="0"/>
        <pc:sldMkLst>
          <pc:docMk/>
          <pc:sldMk cId="3029710010" sldId="257"/>
        </pc:sldMkLst>
      </pc:sldChg>
      <pc:sldChg chg="new">
        <pc:chgData name="RASINGOLLA W M S N K it22309860" userId="S::it22309860@my.sliit.lk::506a4da9-671d-4234-b266-a315772fa35b" providerId="AD" clId="Web-{8FE307B5-73DB-04BF-8EFD-6A2C87A9F3EA}" dt="2026-03-05T05:31:03.101" v="1"/>
        <pc:sldMkLst>
          <pc:docMk/>
          <pc:sldMk cId="4275511013" sldId="258"/>
        </pc:sldMkLst>
      </pc:sldChg>
    </pc:docChg>
  </pc:docChgLst>
  <pc:docChgLst>
    <pc:chgData name="RASINGOLLA W M S N K it22309860" userId="S::it22309860@my.sliit.lk::506a4da9-671d-4234-b266-a315772fa35b" providerId="AD" clId="Web-{809763C6-E40B-2EAC-5146-51AF396B673D}"/>
    <pc:docChg chg="addSld modSld">
      <pc:chgData name="RASINGOLLA W M S N K it22309860" userId="S::it22309860@my.sliit.lk::506a4da9-671d-4234-b266-a315772fa35b" providerId="AD" clId="Web-{809763C6-E40B-2EAC-5146-51AF396B673D}" dt="2026-03-08T14:23:43.907" v="60" actId="14100"/>
      <pc:docMkLst>
        <pc:docMk/>
      </pc:docMkLst>
      <pc:sldChg chg="addSp modSp modNotes">
        <pc:chgData name="RASINGOLLA W M S N K it22309860" userId="S::it22309860@my.sliit.lk::506a4da9-671d-4234-b266-a315772fa35b" providerId="AD" clId="Web-{809763C6-E40B-2EAC-5146-51AF396B673D}" dt="2026-03-08T14:23:43.907" v="60" actId="14100"/>
        <pc:sldMkLst>
          <pc:docMk/>
          <pc:sldMk cId="3029710010" sldId="257"/>
        </pc:sldMkLst>
        <pc:spChg chg="mod">
          <ac:chgData name="RASINGOLLA W M S N K it22309860" userId="S::it22309860@my.sliit.lk::506a4da9-671d-4234-b266-a315772fa35b" providerId="AD" clId="Web-{809763C6-E40B-2EAC-5146-51AF396B673D}" dt="2026-03-08T14:22:44.703" v="47"/>
          <ac:spMkLst>
            <pc:docMk/>
            <pc:sldMk cId="3029710010" sldId="257"/>
            <ac:spMk id="2" creationId="{916529B2-5AC4-9703-338E-1FAEC7BF8778}"/>
          </ac:spMkLst>
        </pc:spChg>
        <pc:spChg chg="mod">
          <ac:chgData name="RASINGOLLA W M S N K it22309860" userId="S::it22309860@my.sliit.lk::506a4da9-671d-4234-b266-a315772fa35b" providerId="AD" clId="Web-{809763C6-E40B-2EAC-5146-51AF396B673D}" dt="2026-03-08T14:23:43.907" v="60" actId="14100"/>
          <ac:spMkLst>
            <pc:docMk/>
            <pc:sldMk cId="3029710010" sldId="257"/>
            <ac:spMk id="3" creationId="{DBA19BB4-1445-CA27-47F0-49E64B9F4C5D}"/>
          </ac:spMkLst>
        </pc:spChg>
        <pc:spChg chg="mod">
          <ac:chgData name="RASINGOLLA W M S N K it22309860" userId="S::it22309860@my.sliit.lk::506a4da9-671d-4234-b266-a315772fa35b" providerId="AD" clId="Web-{809763C6-E40B-2EAC-5146-51AF396B673D}" dt="2026-03-08T14:22:44.718" v="50"/>
          <ac:spMkLst>
            <pc:docMk/>
            <pc:sldMk cId="3029710010" sldId="257"/>
            <ac:spMk id="32" creationId="{1E73A4E8-A6FE-CE08-776E-69BD26A769D8}"/>
          </ac:spMkLst>
        </pc:spChg>
        <pc:spChg chg="mod">
          <ac:chgData name="RASINGOLLA W M S N K it22309860" userId="S::it22309860@my.sliit.lk::506a4da9-671d-4234-b266-a315772fa35b" providerId="AD" clId="Web-{809763C6-E40B-2EAC-5146-51AF396B673D}" dt="2026-03-08T14:22:44.703" v="49"/>
          <ac:spMkLst>
            <pc:docMk/>
            <pc:sldMk cId="3029710010" sldId="257"/>
            <ac:spMk id="33" creationId="{2DC125AC-8FEE-1346-F568-C0C355150367}"/>
          </ac:spMkLst>
        </pc:spChg>
        <pc:spChg chg="add mod">
          <ac:chgData name="RASINGOLLA W M S N K it22309860" userId="S::it22309860@my.sliit.lk::506a4da9-671d-4234-b266-a315772fa35b" providerId="AD" clId="Web-{809763C6-E40B-2EAC-5146-51AF396B673D}" dt="2026-03-08T14:23:39.813" v="58" actId="1076"/>
          <ac:spMkLst>
            <pc:docMk/>
            <pc:sldMk cId="3029710010" sldId="257"/>
            <ac:spMk id="124" creationId="{BAFD2C4C-9252-1C24-24EC-FCC30E941079}"/>
          </ac:spMkLst>
        </pc:spChg>
        <pc:spChg chg="add mod">
          <ac:chgData name="RASINGOLLA W M S N K it22309860" userId="S::it22309860@my.sliit.lk::506a4da9-671d-4234-b266-a315772fa35b" providerId="AD" clId="Web-{809763C6-E40B-2EAC-5146-51AF396B673D}" dt="2026-03-08T14:23:39.828" v="59" actId="1076"/>
          <ac:spMkLst>
            <pc:docMk/>
            <pc:sldMk cId="3029710010" sldId="257"/>
            <ac:spMk id="125" creationId="{081A3371-B0EE-E458-574D-E5FCA1875759}"/>
          </ac:spMkLst>
        </pc:spChg>
        <pc:graphicFrameChg chg="mod modGraphic">
          <ac:chgData name="RASINGOLLA W M S N K it22309860" userId="S::it22309860@my.sliit.lk::506a4da9-671d-4234-b266-a315772fa35b" providerId="AD" clId="Web-{809763C6-E40B-2EAC-5146-51AF396B673D}" dt="2026-03-08T14:22:50.265" v="53" actId="1076"/>
          <ac:graphicFrameMkLst>
            <pc:docMk/>
            <pc:sldMk cId="3029710010" sldId="257"/>
            <ac:graphicFrameMk id="6" creationId="{338A74DC-2E6B-A736-692C-F6EC948881F6}"/>
          </ac:graphicFrameMkLst>
        </pc:graphicFrameChg>
        <pc:picChg chg="mod">
          <ac:chgData name="RASINGOLLA W M S N K it22309860" userId="S::it22309860@my.sliit.lk::506a4da9-671d-4234-b266-a315772fa35b" providerId="AD" clId="Web-{809763C6-E40B-2EAC-5146-51AF396B673D}" dt="2026-03-08T14:22:30.968" v="46" actId="14100"/>
          <ac:picMkLst>
            <pc:docMk/>
            <pc:sldMk cId="3029710010" sldId="257"/>
            <ac:picMk id="17" creationId="{C9B5CC91-6A9E-B567-96E0-0A4815C94440}"/>
          </ac:picMkLst>
        </pc:picChg>
      </pc:sldChg>
      <pc:sldChg chg="add replId">
        <pc:chgData name="RASINGOLLA W M S N K it22309860" userId="S::it22309860@my.sliit.lk::506a4da9-671d-4234-b266-a315772fa35b" providerId="AD" clId="Web-{809763C6-E40B-2EAC-5146-51AF396B673D}" dt="2026-03-08T14:17:13.897" v="0"/>
        <pc:sldMkLst>
          <pc:docMk/>
          <pc:sldMk cId="1337862971" sldId="265"/>
        </pc:sldMkLst>
      </pc:sldChg>
    </pc:docChg>
  </pc:docChgLst>
  <pc:docChgLst>
    <pc:chgData name="RASINGOLLA W M S N K it22309860" userId="S::it22309860@my.sliit.lk::506a4da9-671d-4234-b266-a315772fa35b" providerId="AD" clId="Web-{18890CA2-B0F8-8411-4CDA-BD0E0BAFC078}"/>
    <pc:docChg chg="addSld delSld modSld sldOrd">
      <pc:chgData name="RASINGOLLA W M S N K it22309860" userId="S::it22309860@my.sliit.lk::506a4da9-671d-4234-b266-a315772fa35b" providerId="AD" clId="Web-{18890CA2-B0F8-8411-4CDA-BD0E0BAFC078}" dt="2026-03-09T06:21:46.283" v="375"/>
      <pc:docMkLst>
        <pc:docMk/>
      </pc:docMkLst>
      <pc:sldChg chg="addSp delSp modSp">
        <pc:chgData name="RASINGOLLA W M S N K it22309860" userId="S::it22309860@my.sliit.lk::506a4da9-671d-4234-b266-a315772fa35b" providerId="AD" clId="Web-{18890CA2-B0F8-8411-4CDA-BD0E0BAFC078}" dt="2026-03-09T06:21:46.283" v="375"/>
        <pc:sldMkLst>
          <pc:docMk/>
          <pc:sldMk cId="3029710010" sldId="257"/>
        </pc:sldMkLst>
        <pc:spChg chg="mod">
          <ac:chgData name="RASINGOLLA W M S N K it22309860" userId="S::it22309860@my.sliit.lk::506a4da9-671d-4234-b266-a315772fa35b" providerId="AD" clId="Web-{18890CA2-B0F8-8411-4CDA-BD0E0BAFC078}" dt="2026-03-09T02:39:54.383" v="30" actId="1076"/>
          <ac:spMkLst>
            <pc:docMk/>
            <pc:sldMk cId="3029710010" sldId="257"/>
            <ac:spMk id="3" creationId="{DBA19BB4-1445-CA27-47F0-49E64B9F4C5D}"/>
          </ac:spMkLst>
        </pc:spChg>
        <pc:spChg chg="add mod">
          <ac:chgData name="RASINGOLLA W M S N K it22309860" userId="S::it22309860@my.sliit.lk::506a4da9-671d-4234-b266-a315772fa35b" providerId="AD" clId="Web-{18890CA2-B0F8-8411-4CDA-BD0E0BAFC078}" dt="2026-03-09T02:39:40.039" v="29"/>
          <ac:spMkLst>
            <pc:docMk/>
            <pc:sldMk cId="3029710010" sldId="257"/>
            <ac:spMk id="19" creationId="{F451EA78-063F-CC7F-2B1F-969C738C946B}"/>
          </ac:spMkLst>
        </pc:spChg>
        <pc:spChg chg="mod">
          <ac:chgData name="RASINGOLLA W M S N K it22309860" userId="S::it22309860@my.sliit.lk::506a4da9-671d-4234-b266-a315772fa35b" providerId="AD" clId="Web-{18890CA2-B0F8-8411-4CDA-BD0E0BAFC078}" dt="2026-03-09T02:39:39.961" v="27"/>
          <ac:spMkLst>
            <pc:docMk/>
            <pc:sldMk cId="3029710010" sldId="257"/>
            <ac:spMk id="124" creationId="{BAFD2C4C-9252-1C24-24EC-FCC30E941079}"/>
          </ac:spMkLst>
        </pc:spChg>
        <pc:spChg chg="mod">
          <ac:chgData name="RASINGOLLA W M S N K it22309860" userId="S::it22309860@my.sliit.lk::506a4da9-671d-4234-b266-a315772fa35b" providerId="AD" clId="Web-{18890CA2-B0F8-8411-4CDA-BD0E0BAFC078}" dt="2026-03-09T02:39:39.961" v="28"/>
          <ac:spMkLst>
            <pc:docMk/>
            <pc:sldMk cId="3029710010" sldId="257"/>
            <ac:spMk id="125" creationId="{081A3371-B0EE-E458-574D-E5FCA1875759}"/>
          </ac:spMkLst>
        </pc:spChg>
        <pc:graphicFrameChg chg="mod modGraphic">
          <ac:chgData name="RASINGOLLA W M S N K it22309860" userId="S::it22309860@my.sliit.lk::506a4da9-671d-4234-b266-a315772fa35b" providerId="AD" clId="Web-{18890CA2-B0F8-8411-4CDA-BD0E0BAFC078}" dt="2026-03-09T06:21:46.283" v="375"/>
          <ac:graphicFrameMkLst>
            <pc:docMk/>
            <pc:sldMk cId="3029710010" sldId="257"/>
            <ac:graphicFrameMk id="6" creationId="{338A74DC-2E6B-A736-692C-F6EC948881F6}"/>
          </ac:graphicFrameMkLst>
        </pc:graphicFrameChg>
        <pc:picChg chg="del">
          <ac:chgData name="RASINGOLLA W M S N K it22309860" userId="S::it22309860@my.sliit.lk::506a4da9-671d-4234-b266-a315772fa35b" providerId="AD" clId="Web-{18890CA2-B0F8-8411-4CDA-BD0E0BAFC078}" dt="2026-03-09T02:34:46.398" v="0"/>
          <ac:picMkLst>
            <pc:docMk/>
            <pc:sldMk cId="3029710010" sldId="257"/>
            <ac:picMk id="17" creationId="{C9B5CC91-6A9E-B567-96E0-0A4815C94440}"/>
          </ac:picMkLst>
        </pc:picChg>
      </pc:sldChg>
      <pc:sldChg chg="modSp ord">
        <pc:chgData name="RASINGOLLA W M S N K it22309860" userId="S::it22309860@my.sliit.lk::506a4da9-671d-4234-b266-a315772fa35b" providerId="AD" clId="Web-{18890CA2-B0F8-8411-4CDA-BD0E0BAFC078}" dt="2026-03-09T03:44:02.649" v="237"/>
        <pc:sldMkLst>
          <pc:docMk/>
          <pc:sldMk cId="4275511013" sldId="258"/>
        </pc:sldMkLst>
        <pc:picChg chg="mod modCrop">
          <ac:chgData name="RASINGOLLA W M S N K it22309860" userId="S::it22309860@my.sliit.lk::506a4da9-671d-4234-b266-a315772fa35b" providerId="AD" clId="Web-{18890CA2-B0F8-8411-4CDA-BD0E0BAFC078}" dt="2026-03-09T02:40:36.979" v="37" actId="1076"/>
          <ac:picMkLst>
            <pc:docMk/>
            <pc:sldMk cId="4275511013" sldId="258"/>
            <ac:picMk id="10" creationId="{30E2C778-2CE3-3486-C6AE-8D2B7B1B9671}"/>
          </ac:picMkLst>
        </pc:picChg>
      </pc:sldChg>
      <pc:sldChg chg="del">
        <pc:chgData name="RASINGOLLA W M S N K it22309860" userId="S::it22309860@my.sliit.lk::506a4da9-671d-4234-b266-a315772fa35b" providerId="AD" clId="Web-{18890CA2-B0F8-8411-4CDA-BD0E0BAFC078}" dt="2026-03-09T03:47:41.884" v="242"/>
        <pc:sldMkLst>
          <pc:docMk/>
          <pc:sldMk cId="3129870562" sldId="259"/>
        </pc:sldMkLst>
      </pc:sldChg>
      <pc:sldChg chg="addSp delSp modSp">
        <pc:chgData name="RASINGOLLA W M S N K it22309860" userId="S::it22309860@my.sliit.lk::506a4da9-671d-4234-b266-a315772fa35b" providerId="AD" clId="Web-{18890CA2-B0F8-8411-4CDA-BD0E0BAFC078}" dt="2026-03-09T03:25:31.127" v="175" actId="1076"/>
        <pc:sldMkLst>
          <pc:docMk/>
          <pc:sldMk cId="4213347913" sldId="260"/>
        </pc:sldMkLst>
        <pc:spChg chg="mod">
          <ac:chgData name="RASINGOLLA W M S N K it22309860" userId="S::it22309860@my.sliit.lk::506a4da9-671d-4234-b266-a315772fa35b" providerId="AD" clId="Web-{18890CA2-B0F8-8411-4CDA-BD0E0BAFC078}" dt="2026-03-09T03:22:50.471" v="121" actId="1076"/>
          <ac:spMkLst>
            <pc:docMk/>
            <pc:sldMk cId="4213347913" sldId="260"/>
            <ac:spMk id="2" creationId="{84DFF0C9-7E0D-715E-40C2-1BB1D5A91E00}"/>
          </ac:spMkLst>
        </pc:spChg>
        <pc:spChg chg="add mod ord">
          <ac:chgData name="RASINGOLLA W M S N K it22309860" userId="S::it22309860@my.sliit.lk::506a4da9-671d-4234-b266-a315772fa35b" providerId="AD" clId="Web-{18890CA2-B0F8-8411-4CDA-BD0E0BAFC078}" dt="2026-03-09T03:22:44.783" v="117" actId="1076"/>
          <ac:spMkLst>
            <pc:docMk/>
            <pc:sldMk cId="4213347913" sldId="260"/>
            <ac:spMk id="3" creationId="{17F2030C-ED5D-5EEF-8648-FF54830D4E9D}"/>
          </ac:spMkLst>
        </pc:spChg>
        <pc:spChg chg="mod">
          <ac:chgData name="RASINGOLLA W M S N K it22309860" userId="S::it22309860@my.sliit.lk::506a4da9-671d-4234-b266-a315772fa35b" providerId="AD" clId="Web-{18890CA2-B0F8-8411-4CDA-BD0E0BAFC078}" dt="2026-03-09T03:22:44.799" v="119" actId="1076"/>
          <ac:spMkLst>
            <pc:docMk/>
            <pc:sldMk cId="4213347913" sldId="260"/>
            <ac:spMk id="4" creationId="{C6A68225-6B40-5969-664C-8A082AF4393B}"/>
          </ac:spMkLst>
        </pc:spChg>
        <pc:spChg chg="add mod">
          <ac:chgData name="RASINGOLLA W M S N K it22309860" userId="S::it22309860@my.sliit.lk::506a4da9-671d-4234-b266-a315772fa35b" providerId="AD" clId="Web-{18890CA2-B0F8-8411-4CDA-BD0E0BAFC078}" dt="2026-03-09T03:22:56.064" v="122" actId="1076"/>
          <ac:spMkLst>
            <pc:docMk/>
            <pc:sldMk cId="4213347913" sldId="260"/>
            <ac:spMk id="5" creationId="{44ECB6A5-6955-893E-725A-7ABFDE7BBD5B}"/>
          </ac:spMkLst>
        </pc:spChg>
        <pc:spChg chg="add mod">
          <ac:chgData name="RASINGOLLA W M S N K it22309860" userId="S::it22309860@my.sliit.lk::506a4da9-671d-4234-b266-a315772fa35b" providerId="AD" clId="Web-{18890CA2-B0F8-8411-4CDA-BD0E0BAFC078}" dt="2026-03-09T03:22:56.064" v="123" actId="1076"/>
          <ac:spMkLst>
            <pc:docMk/>
            <pc:sldMk cId="4213347913" sldId="260"/>
            <ac:spMk id="6" creationId="{E0372DDC-800E-72FF-7F7D-75F4FBFFB01E}"/>
          </ac:spMkLst>
        </pc:spChg>
        <pc:spChg chg="add mod">
          <ac:chgData name="RASINGOLLA W M S N K it22309860" userId="S::it22309860@my.sliit.lk::506a4da9-671d-4234-b266-a315772fa35b" providerId="AD" clId="Web-{18890CA2-B0F8-8411-4CDA-BD0E0BAFC078}" dt="2026-03-09T03:22:56.080" v="124" actId="1076"/>
          <ac:spMkLst>
            <pc:docMk/>
            <pc:sldMk cId="4213347913" sldId="260"/>
            <ac:spMk id="7" creationId="{5FE3C29E-2C55-A6D7-8BA5-D37806C824F3}"/>
          </ac:spMkLst>
        </pc:spChg>
        <pc:spChg chg="add mod">
          <ac:chgData name="RASINGOLLA W M S N K it22309860" userId="S::it22309860@my.sliit.lk::506a4da9-671d-4234-b266-a315772fa35b" providerId="AD" clId="Web-{18890CA2-B0F8-8411-4CDA-BD0E0BAFC078}" dt="2026-03-09T03:22:56.080" v="125" actId="1076"/>
          <ac:spMkLst>
            <pc:docMk/>
            <pc:sldMk cId="4213347913" sldId="260"/>
            <ac:spMk id="8" creationId="{A5F5EC26-2AE5-900F-461E-4E9108A3F89B}"/>
          </ac:spMkLst>
        </pc:spChg>
        <pc:spChg chg="add mod">
          <ac:chgData name="RASINGOLLA W M S N K it22309860" userId="S::it22309860@my.sliit.lk::506a4da9-671d-4234-b266-a315772fa35b" providerId="AD" clId="Web-{18890CA2-B0F8-8411-4CDA-BD0E0BAFC078}" dt="2026-03-09T03:22:56.096" v="126" actId="1076"/>
          <ac:spMkLst>
            <pc:docMk/>
            <pc:sldMk cId="4213347913" sldId="260"/>
            <ac:spMk id="9" creationId="{A77CBDDE-FD60-D2DC-99A1-CE6D3B148FBC}"/>
          </ac:spMkLst>
        </pc:spChg>
        <pc:spChg chg="add mod">
          <ac:chgData name="RASINGOLLA W M S N K it22309860" userId="S::it22309860@my.sliit.lk::506a4da9-671d-4234-b266-a315772fa35b" providerId="AD" clId="Web-{18890CA2-B0F8-8411-4CDA-BD0E0BAFC078}" dt="2026-03-09T03:25:31.096" v="171" actId="1076"/>
          <ac:spMkLst>
            <pc:docMk/>
            <pc:sldMk cId="4213347913" sldId="260"/>
            <ac:spMk id="10" creationId="{918B579D-BC12-E33E-1FC4-FBF25A488F74}"/>
          </ac:spMkLst>
        </pc:spChg>
        <pc:spChg chg="add mod">
          <ac:chgData name="RASINGOLLA W M S N K it22309860" userId="S::it22309860@my.sliit.lk::506a4da9-671d-4234-b266-a315772fa35b" providerId="AD" clId="Web-{18890CA2-B0F8-8411-4CDA-BD0E0BAFC078}" dt="2026-03-09T03:25:31.096" v="172" actId="1076"/>
          <ac:spMkLst>
            <pc:docMk/>
            <pc:sldMk cId="4213347913" sldId="260"/>
            <ac:spMk id="11" creationId="{71DFB197-792C-6E90-7FA4-3A194747936F}"/>
          </ac:spMkLst>
        </pc:spChg>
        <pc:spChg chg="add mod">
          <ac:chgData name="RASINGOLLA W M S N K it22309860" userId="S::it22309860@my.sliit.lk::506a4da9-671d-4234-b266-a315772fa35b" providerId="AD" clId="Web-{18890CA2-B0F8-8411-4CDA-BD0E0BAFC078}" dt="2026-03-09T03:25:31.111" v="173" actId="1076"/>
          <ac:spMkLst>
            <pc:docMk/>
            <pc:sldMk cId="4213347913" sldId="260"/>
            <ac:spMk id="12" creationId="{D4B98678-51AA-9FAF-A668-630F4B38DAD2}"/>
          </ac:spMkLst>
        </pc:spChg>
        <pc:spChg chg="add mod">
          <ac:chgData name="RASINGOLLA W M S N K it22309860" userId="S::it22309860@my.sliit.lk::506a4da9-671d-4234-b266-a315772fa35b" providerId="AD" clId="Web-{18890CA2-B0F8-8411-4CDA-BD0E0BAFC078}" dt="2026-03-09T03:25:31.127" v="174" actId="1076"/>
          <ac:spMkLst>
            <pc:docMk/>
            <pc:sldMk cId="4213347913" sldId="260"/>
            <ac:spMk id="13" creationId="{2AE308D3-8143-0F0E-0E6A-FFBA1C3F1304}"/>
          </ac:spMkLst>
        </pc:spChg>
        <pc:spChg chg="add mod">
          <ac:chgData name="RASINGOLLA W M S N K it22309860" userId="S::it22309860@my.sliit.lk::506a4da9-671d-4234-b266-a315772fa35b" providerId="AD" clId="Web-{18890CA2-B0F8-8411-4CDA-BD0E0BAFC078}" dt="2026-03-09T03:25:31.127" v="175" actId="1076"/>
          <ac:spMkLst>
            <pc:docMk/>
            <pc:sldMk cId="4213347913" sldId="260"/>
            <ac:spMk id="14" creationId="{BFDBBC97-5382-E63A-F246-BE11B3E1A5E0}"/>
          </ac:spMkLst>
        </pc:spChg>
        <pc:spChg chg="mod">
          <ac:chgData name="RASINGOLLA W M S N K it22309860" userId="S::it22309860@my.sliit.lk::506a4da9-671d-4234-b266-a315772fa35b" providerId="AD" clId="Web-{18890CA2-B0F8-8411-4CDA-BD0E0BAFC078}" dt="2026-03-09T02:43:15.138" v="40"/>
          <ac:spMkLst>
            <pc:docMk/>
            <pc:sldMk cId="4213347913" sldId="260"/>
            <ac:spMk id="23" creationId="{28C72C38-C6F3-C5F0-0235-39BE1FE1EF03}"/>
          </ac:spMkLst>
        </pc:spChg>
        <pc:spChg chg="mod">
          <ac:chgData name="RASINGOLLA W M S N K it22309860" userId="S::it22309860@my.sliit.lk::506a4da9-671d-4234-b266-a315772fa35b" providerId="AD" clId="Web-{18890CA2-B0F8-8411-4CDA-BD0E0BAFC078}" dt="2026-03-09T02:43:15.154" v="41"/>
          <ac:spMkLst>
            <pc:docMk/>
            <pc:sldMk cId="4213347913" sldId="260"/>
            <ac:spMk id="24" creationId="{DE84DD57-42A7-BEFE-65EF-9628A59FA784}"/>
          </ac:spMkLst>
        </pc:spChg>
        <pc:spChg chg="mod">
          <ac:chgData name="RASINGOLLA W M S N K it22309860" userId="S::it22309860@my.sliit.lk::506a4da9-671d-4234-b266-a315772fa35b" providerId="AD" clId="Web-{18890CA2-B0F8-8411-4CDA-BD0E0BAFC078}" dt="2026-03-09T03:22:44.799" v="118" actId="1076"/>
          <ac:spMkLst>
            <pc:docMk/>
            <pc:sldMk cId="4213347913" sldId="260"/>
            <ac:spMk id="57" creationId="{2EFB593E-9AAD-BBD3-A2E9-47C6F80F0CAA}"/>
          </ac:spMkLst>
        </pc:spChg>
        <pc:picChg chg="del">
          <ac:chgData name="RASINGOLLA W M S N K it22309860" userId="S::it22309860@my.sliit.lk::506a4da9-671d-4234-b266-a315772fa35b" providerId="AD" clId="Web-{18890CA2-B0F8-8411-4CDA-BD0E0BAFC078}" dt="2026-03-09T02:43:46.654" v="45"/>
          <ac:picMkLst>
            <pc:docMk/>
            <pc:sldMk cId="4213347913" sldId="260"/>
            <ac:picMk id="11" creationId="{4B910A74-749F-073F-526E-87E2DAC3C6DC}"/>
          </ac:picMkLst>
        </pc:picChg>
      </pc:sldChg>
      <pc:sldChg chg="addSp delSp modSp ord">
        <pc:chgData name="RASINGOLLA W M S N K it22309860" userId="S::it22309860@my.sliit.lk::506a4da9-671d-4234-b266-a315772fa35b" providerId="AD" clId="Web-{18890CA2-B0F8-8411-4CDA-BD0E0BAFC078}" dt="2026-03-09T03:44:12.321" v="238"/>
        <pc:sldMkLst>
          <pc:docMk/>
          <pc:sldMk cId="4198527399" sldId="261"/>
        </pc:sldMkLst>
        <pc:spChg chg="mod">
          <ac:chgData name="RASINGOLLA W M S N K it22309860" userId="S::it22309860@my.sliit.lk::506a4da9-671d-4234-b266-a315772fa35b" providerId="AD" clId="Web-{18890CA2-B0F8-8411-4CDA-BD0E0BAFC078}" dt="2026-03-09T03:32:00.316" v="209" actId="1076"/>
          <ac:spMkLst>
            <pc:docMk/>
            <pc:sldMk cId="4198527399" sldId="261"/>
            <ac:spMk id="4" creationId="{BC06141E-0A23-6EC4-E5EB-11088C3B4266}"/>
          </ac:spMkLst>
        </pc:spChg>
        <pc:spChg chg="mod">
          <ac:chgData name="RASINGOLLA W M S N K it22309860" userId="S::it22309860@my.sliit.lk::506a4da9-671d-4234-b266-a315772fa35b" providerId="AD" clId="Web-{18890CA2-B0F8-8411-4CDA-BD0E0BAFC078}" dt="2026-03-09T03:43:36.164" v="233"/>
          <ac:spMkLst>
            <pc:docMk/>
            <pc:sldMk cId="4198527399" sldId="261"/>
            <ac:spMk id="868" creationId="{D70DC4BA-6D54-1B22-64C4-C26DD0B1BB0A}"/>
          </ac:spMkLst>
        </pc:spChg>
        <pc:spChg chg="mod">
          <ac:chgData name="RASINGOLLA W M S N K it22309860" userId="S::it22309860@my.sliit.lk::506a4da9-671d-4234-b266-a315772fa35b" providerId="AD" clId="Web-{18890CA2-B0F8-8411-4CDA-BD0E0BAFC078}" dt="2026-03-09T03:43:39.102" v="235"/>
          <ac:spMkLst>
            <pc:docMk/>
            <pc:sldMk cId="4198527399" sldId="261"/>
            <ac:spMk id="1475" creationId="{30794AEF-0C4B-7B3D-92C5-CB4DC3AE874C}"/>
          </ac:spMkLst>
        </pc:spChg>
        <pc:spChg chg="add del">
          <ac:chgData name="RASINGOLLA W M S N K it22309860" userId="S::it22309860@my.sliit.lk::506a4da9-671d-4234-b266-a315772fa35b" providerId="AD" clId="Web-{18890CA2-B0F8-8411-4CDA-BD0E0BAFC078}" dt="2026-03-09T03:41:55.508" v="211"/>
          <ac:spMkLst>
            <pc:docMk/>
            <pc:sldMk cId="4198527399" sldId="261"/>
            <ac:spMk id="1676" creationId="{544F25D2-4200-9ED0-B2A7-B46561F525E0}"/>
          </ac:spMkLst>
        </pc:spChg>
        <pc:spChg chg="add mod">
          <ac:chgData name="RASINGOLLA W M S N K it22309860" userId="S::it22309860@my.sliit.lk::506a4da9-671d-4234-b266-a315772fa35b" providerId="AD" clId="Web-{18890CA2-B0F8-8411-4CDA-BD0E0BAFC078}" dt="2026-03-09T03:42:58.149" v="226" actId="1076"/>
          <ac:spMkLst>
            <pc:docMk/>
            <pc:sldMk cId="4198527399" sldId="261"/>
            <ac:spMk id="1679" creationId="{846042CC-5869-AFA2-BA25-72D6448CDE06}"/>
          </ac:spMkLst>
        </pc:spChg>
        <pc:graphicFrameChg chg="modGraphic">
          <ac:chgData name="RASINGOLLA W M S N K it22309860" userId="S::it22309860@my.sliit.lk::506a4da9-671d-4234-b266-a315772fa35b" providerId="AD" clId="Web-{18890CA2-B0F8-8411-4CDA-BD0E0BAFC078}" dt="2026-03-09T03:43:29.961" v="231"/>
          <ac:graphicFrameMkLst>
            <pc:docMk/>
            <pc:sldMk cId="4198527399" sldId="261"/>
            <ac:graphicFrameMk id="17" creationId="{D1812E3A-B12B-2F6E-1418-D12FA1A6A37E}"/>
          </ac:graphicFrameMkLst>
        </pc:graphicFrameChg>
        <pc:graphicFrameChg chg="add del mod topLvl modGraphic">
          <ac:chgData name="RASINGOLLA W M S N K it22309860" userId="S::it22309860@my.sliit.lk::506a4da9-671d-4234-b266-a315772fa35b" providerId="AD" clId="Web-{18890CA2-B0F8-8411-4CDA-BD0E0BAFC078}" dt="2026-03-09T03:29:03.081" v="185"/>
          <ac:graphicFrameMkLst>
            <pc:docMk/>
            <pc:sldMk cId="4198527399" sldId="261"/>
            <ac:graphicFrameMk id="53" creationId="{A8378412-E594-BCF5-C576-94C93CF46AD7}"/>
          </ac:graphicFrameMkLst>
        </pc:graphicFrameChg>
        <pc:graphicFrameChg chg="add mod topLvl modGraphic">
          <ac:chgData name="RASINGOLLA W M S N K it22309860" userId="S::it22309860@my.sliit.lk::506a4da9-671d-4234-b266-a315772fa35b" providerId="AD" clId="Web-{18890CA2-B0F8-8411-4CDA-BD0E0BAFC078}" dt="2026-03-09T03:42:25.586" v="217" actId="1076"/>
          <ac:graphicFrameMkLst>
            <pc:docMk/>
            <pc:sldMk cId="4198527399" sldId="261"/>
            <ac:graphicFrameMk id="1518" creationId="{988B5734-6C64-77FC-F5A1-303169BCA681}"/>
          </ac:graphicFrameMkLst>
        </pc:graphicFrameChg>
        <pc:picChg chg="add del mod">
          <ac:chgData name="RASINGOLLA W M S N K it22309860" userId="S::it22309860@my.sliit.lk::506a4da9-671d-4234-b266-a315772fa35b" providerId="AD" clId="Web-{18890CA2-B0F8-8411-4CDA-BD0E0BAFC078}" dt="2026-03-09T03:42:17.039" v="214"/>
          <ac:picMkLst>
            <pc:docMk/>
            <pc:sldMk cId="4198527399" sldId="261"/>
            <ac:picMk id="1678" creationId="{C01EAFF8-D53D-B120-E020-74F467B97BD4}"/>
          </ac:picMkLst>
        </pc:picChg>
      </pc:sldChg>
      <pc:sldChg chg="addSp delSp modSp mod setBg setClrOvrMap">
        <pc:chgData name="RASINGOLLA W M S N K it22309860" userId="S::it22309860@my.sliit.lk::506a4da9-671d-4234-b266-a315772fa35b" providerId="AD" clId="Web-{18890CA2-B0F8-8411-4CDA-BD0E0BAFC078}" dt="2026-03-09T06:20:39.652" v="365" actId="1076"/>
        <pc:sldMkLst>
          <pc:docMk/>
          <pc:sldMk cId="3682776757" sldId="263"/>
        </pc:sldMkLst>
        <pc:spChg chg="mod ord">
          <ac:chgData name="RASINGOLLA W M S N K it22309860" userId="S::it22309860@my.sliit.lk::506a4da9-671d-4234-b266-a315772fa35b" providerId="AD" clId="Web-{18890CA2-B0F8-8411-4CDA-BD0E0BAFC078}" dt="2026-03-09T06:20:32.558" v="363"/>
          <ac:spMkLst>
            <pc:docMk/>
            <pc:sldMk cId="3682776757" sldId="263"/>
            <ac:spMk id="2" creationId="{6F98723A-5A2C-6BD1-FB48-75012989F59D}"/>
          </ac:spMkLst>
        </pc:spChg>
        <pc:spChg chg="mod ord">
          <ac:chgData name="RASINGOLLA W M S N K it22309860" userId="S::it22309860@my.sliit.lk::506a4da9-671d-4234-b266-a315772fa35b" providerId="AD" clId="Web-{18890CA2-B0F8-8411-4CDA-BD0E0BAFC078}" dt="2026-03-09T06:20:32.558" v="363"/>
          <ac:spMkLst>
            <pc:docMk/>
            <pc:sldMk cId="3682776757" sldId="263"/>
            <ac:spMk id="3" creationId="{359810C5-391D-408F-681A-A34549743C05}"/>
          </ac:spMkLst>
        </pc:spChg>
        <pc:spChg chg="add del">
          <ac:chgData name="RASINGOLLA W M S N K it22309860" userId="S::it22309860@my.sliit.lk::506a4da9-671d-4234-b266-a315772fa35b" providerId="AD" clId="Web-{18890CA2-B0F8-8411-4CDA-BD0E0BAFC078}" dt="2026-03-09T06:20:29.636" v="360"/>
          <ac:spMkLst>
            <pc:docMk/>
            <pc:sldMk cId="3682776757" sldId="263"/>
            <ac:spMk id="16" creationId="{6C2997EE-0889-44C3-AC0D-18F26AC9AAAB}"/>
          </ac:spMkLst>
        </pc:spChg>
        <pc:spChg chg="add">
          <ac:chgData name="RASINGOLLA W M S N K it22309860" userId="S::it22309860@my.sliit.lk::506a4da9-671d-4234-b266-a315772fa35b" providerId="AD" clId="Web-{18890CA2-B0F8-8411-4CDA-BD0E0BAFC078}" dt="2026-03-09T06:20:32.558" v="363"/>
          <ac:spMkLst>
            <pc:docMk/>
            <pc:sldMk cId="3682776757" sldId="263"/>
            <ac:spMk id="17" creationId="{6F79B0DD-2C63-4EE5-804F-B8E391FC1E45}"/>
          </ac:spMkLst>
        </pc:spChg>
        <pc:spChg chg="add">
          <ac:chgData name="RASINGOLLA W M S N K it22309860" userId="S::it22309860@my.sliit.lk::506a4da9-671d-4234-b266-a315772fa35b" providerId="AD" clId="Web-{18890CA2-B0F8-8411-4CDA-BD0E0BAFC078}" dt="2026-03-09T06:20:32.558" v="363"/>
          <ac:spMkLst>
            <pc:docMk/>
            <pc:sldMk cId="3682776757" sldId="263"/>
            <ac:spMk id="18" creationId="{627DB8AB-CD55-4C8F-9043-52652B89231A}"/>
          </ac:spMkLst>
        </pc:spChg>
        <pc:spChg chg="add del">
          <ac:chgData name="RASINGOLLA W M S N K it22309860" userId="S::it22309860@my.sliit.lk::506a4da9-671d-4234-b266-a315772fa35b" providerId="AD" clId="Web-{18890CA2-B0F8-8411-4CDA-BD0E0BAFC078}" dt="2026-03-09T06:20:03.370" v="346"/>
          <ac:spMkLst>
            <pc:docMk/>
            <pc:sldMk cId="3682776757" sldId="263"/>
            <ac:spMk id="19" creationId="{12E8CD4E-6381-4807-AA5B-CE0024A8BE19}"/>
          </ac:spMkLst>
        </pc:spChg>
        <pc:spChg chg="add">
          <ac:chgData name="RASINGOLLA W M S N K it22309860" userId="S::it22309860@my.sliit.lk::506a4da9-671d-4234-b266-a315772fa35b" providerId="AD" clId="Web-{18890CA2-B0F8-8411-4CDA-BD0E0BAFC078}" dt="2026-03-09T06:20:32.558" v="363"/>
          <ac:spMkLst>
            <pc:docMk/>
            <pc:sldMk cId="3682776757" sldId="263"/>
            <ac:spMk id="20" creationId="{53059C5A-91CB-4024-9B4E-20082E25C70B}"/>
          </ac:spMkLst>
        </pc:spChg>
        <pc:spChg chg="add del">
          <ac:chgData name="RASINGOLLA W M S N K it22309860" userId="S::it22309860@my.sliit.lk::506a4da9-671d-4234-b266-a315772fa35b" providerId="AD" clId="Web-{18890CA2-B0F8-8411-4CDA-BD0E0BAFC078}" dt="2026-03-09T06:20:03.370" v="346"/>
          <ac:spMkLst>
            <pc:docMk/>
            <pc:sldMk cId="3682776757" sldId="263"/>
            <ac:spMk id="21" creationId="{D28445F8-F032-43C9-8D0F-A5155F525283}"/>
          </ac:spMkLst>
        </pc:spChg>
        <pc:spChg chg="add">
          <ac:chgData name="RASINGOLLA W M S N K it22309860" userId="S::it22309860@my.sliit.lk::506a4da9-671d-4234-b266-a315772fa35b" providerId="AD" clId="Web-{18890CA2-B0F8-8411-4CDA-BD0E0BAFC078}" dt="2026-03-09T06:20:32.558" v="363"/>
          <ac:spMkLst>
            <pc:docMk/>
            <pc:sldMk cId="3682776757" sldId="263"/>
            <ac:spMk id="22" creationId="{184884BF-A898-4EFF-9504-E13EBE3FF62E}"/>
          </ac:spMkLst>
        </pc:spChg>
        <pc:spChg chg="add del">
          <ac:chgData name="RASINGOLLA W M S N K it22309860" userId="S::it22309860@my.sliit.lk::506a4da9-671d-4234-b266-a315772fa35b" providerId="AD" clId="Web-{18890CA2-B0F8-8411-4CDA-BD0E0BAFC078}" dt="2026-03-09T06:20:03.370" v="346"/>
          <ac:spMkLst>
            <pc:docMk/>
            <pc:sldMk cId="3682776757" sldId="263"/>
            <ac:spMk id="23" creationId="{36A325B5-56A3-425A-B9A3-0CEB7CA1BBF6}"/>
          </ac:spMkLst>
        </pc:spChg>
        <pc:spChg chg="add">
          <ac:chgData name="RASINGOLLA W M S N K it22309860" userId="S::it22309860@my.sliit.lk::506a4da9-671d-4234-b266-a315772fa35b" providerId="AD" clId="Web-{18890CA2-B0F8-8411-4CDA-BD0E0BAFC078}" dt="2026-03-09T06:20:32.558" v="363"/>
          <ac:spMkLst>
            <pc:docMk/>
            <pc:sldMk cId="3682776757" sldId="263"/>
            <ac:spMk id="24" creationId="{7B32D337-FDA6-4468-ADB1-7038E5FC0BA9}"/>
          </ac:spMkLst>
        </pc:spChg>
        <pc:spChg chg="add del">
          <ac:chgData name="RASINGOLLA W M S N K it22309860" userId="S::it22309860@my.sliit.lk::506a4da9-671d-4234-b266-a315772fa35b" providerId="AD" clId="Web-{18890CA2-B0F8-8411-4CDA-BD0E0BAFC078}" dt="2026-03-09T06:20:03.370" v="346"/>
          <ac:spMkLst>
            <pc:docMk/>
            <pc:sldMk cId="3682776757" sldId="263"/>
            <ac:spMk id="25" creationId="{B80DE958-9D45-4CAD-BF1F-FA2ED970B7F6}"/>
          </ac:spMkLst>
        </pc:spChg>
        <pc:spChg chg="add del">
          <ac:chgData name="RASINGOLLA W M S N K it22309860" userId="S::it22309860@my.sliit.lk::506a4da9-671d-4234-b266-a315772fa35b" providerId="AD" clId="Web-{18890CA2-B0F8-8411-4CDA-BD0E0BAFC078}" dt="2026-03-09T06:20:03.370" v="346"/>
          <ac:spMkLst>
            <pc:docMk/>
            <pc:sldMk cId="3682776757" sldId="263"/>
            <ac:spMk id="27" creationId="{BB93B4BF-AD35-4E52-8131-161C5FB9CDD7}"/>
          </ac:spMkLst>
        </pc:spChg>
        <pc:spChg chg="add del">
          <ac:chgData name="RASINGOLLA W M S N K it22309860" userId="S::it22309860@my.sliit.lk::506a4da9-671d-4234-b266-a315772fa35b" providerId="AD" clId="Web-{18890CA2-B0F8-8411-4CDA-BD0E0BAFC078}" dt="2026-03-09T06:20:12.808" v="348"/>
          <ac:spMkLst>
            <pc:docMk/>
            <pc:sldMk cId="3682776757" sldId="263"/>
            <ac:spMk id="29" creationId="{417CDA24-35F8-4540-8C52-3096D6D94949}"/>
          </ac:spMkLst>
        </pc:spChg>
        <pc:spChg chg="add del">
          <ac:chgData name="RASINGOLLA W M S N K it22309860" userId="S::it22309860@my.sliit.lk::506a4da9-671d-4234-b266-a315772fa35b" providerId="AD" clId="Web-{18890CA2-B0F8-8411-4CDA-BD0E0BAFC078}" dt="2026-03-09T06:20:12.808" v="348"/>
          <ac:spMkLst>
            <pc:docMk/>
            <pc:sldMk cId="3682776757" sldId="263"/>
            <ac:spMk id="30" creationId="{8658BFE0-4E65-4174-9C75-687C94E88273}"/>
          </ac:spMkLst>
        </pc:spChg>
        <pc:spChg chg="add del">
          <ac:chgData name="RASINGOLLA W M S N K it22309860" userId="S::it22309860@my.sliit.lk::506a4da9-671d-4234-b266-a315772fa35b" providerId="AD" clId="Web-{18890CA2-B0F8-8411-4CDA-BD0E0BAFC078}" dt="2026-03-09T06:20:12.808" v="348"/>
          <ac:spMkLst>
            <pc:docMk/>
            <pc:sldMk cId="3682776757" sldId="263"/>
            <ac:spMk id="31" creationId="{FA75DFED-A0C1-4A83-BE1D-0271C1826EF6}"/>
          </ac:spMkLst>
        </pc:spChg>
        <pc:spChg chg="add del">
          <ac:chgData name="RASINGOLLA W M S N K it22309860" userId="S::it22309860@my.sliit.lk::506a4da9-671d-4234-b266-a315772fa35b" providerId="AD" clId="Web-{18890CA2-B0F8-8411-4CDA-BD0E0BAFC078}" dt="2026-03-09T06:20:16.089" v="350"/>
          <ac:spMkLst>
            <pc:docMk/>
            <pc:sldMk cId="3682776757" sldId="263"/>
            <ac:spMk id="33" creationId="{42A4FC2C-047E-45A5-965D-8E1E3BF09BC6}"/>
          </ac:spMkLst>
        </pc:spChg>
        <pc:spChg chg="add del">
          <ac:chgData name="RASINGOLLA W M S N K it22309860" userId="S::it22309860@my.sliit.lk::506a4da9-671d-4234-b266-a315772fa35b" providerId="AD" clId="Web-{18890CA2-B0F8-8411-4CDA-BD0E0BAFC078}" dt="2026-03-09T06:20:18.683" v="352"/>
          <ac:spMkLst>
            <pc:docMk/>
            <pc:sldMk cId="3682776757" sldId="263"/>
            <ac:spMk id="35" creationId="{25414FA1-2D4C-41DB-83DE-4F3E38C10A63}"/>
          </ac:spMkLst>
        </pc:spChg>
        <pc:spChg chg="add del">
          <ac:chgData name="RASINGOLLA W M S N K it22309860" userId="S::it22309860@my.sliit.lk::506a4da9-671d-4234-b266-a315772fa35b" providerId="AD" clId="Web-{18890CA2-B0F8-8411-4CDA-BD0E0BAFC078}" dt="2026-03-09T06:20:20.339" v="354"/>
          <ac:spMkLst>
            <pc:docMk/>
            <pc:sldMk cId="3682776757" sldId="263"/>
            <ac:spMk id="37" creationId="{BF494AE6-A88C-448B-B1B7-80259E6F4FE0}"/>
          </ac:spMkLst>
        </pc:spChg>
        <pc:picChg chg="add mod">
          <ac:chgData name="RASINGOLLA W M S N K it22309860" userId="S::it22309860@my.sliit.lk::506a4da9-671d-4234-b266-a315772fa35b" providerId="AD" clId="Web-{18890CA2-B0F8-8411-4CDA-BD0E0BAFC078}" dt="2026-03-09T06:20:39.652" v="365" actId="1076"/>
          <ac:picMkLst>
            <pc:docMk/>
            <pc:sldMk cId="3682776757" sldId="263"/>
            <ac:picMk id="4" creationId="{0EBED6F7-E436-58A1-E730-5ED089268C81}"/>
          </ac:picMkLst>
        </pc:picChg>
        <pc:picChg chg="del">
          <ac:chgData name="RASINGOLLA W M S N K it22309860" userId="S::it22309860@my.sliit.lk::506a4da9-671d-4234-b266-a315772fa35b" providerId="AD" clId="Web-{18890CA2-B0F8-8411-4CDA-BD0E0BAFC078}" dt="2026-03-09T06:19:56.026" v="344"/>
          <ac:picMkLst>
            <pc:docMk/>
            <pc:sldMk cId="3682776757" sldId="263"/>
            <ac:picMk id="6" creationId="{E302B81A-2C1C-8D31-EBD6-1616DA8541C0}"/>
          </ac:picMkLst>
        </pc:picChg>
        <pc:picChg chg="mod ord">
          <ac:chgData name="RASINGOLLA W M S N K it22309860" userId="S::it22309860@my.sliit.lk::506a4da9-671d-4234-b266-a315772fa35b" providerId="AD" clId="Web-{18890CA2-B0F8-8411-4CDA-BD0E0BAFC078}" dt="2026-03-09T06:20:32.542" v="362"/>
          <ac:picMkLst>
            <pc:docMk/>
            <pc:sldMk cId="3682776757" sldId="263"/>
            <ac:picMk id="9" creationId="{A58AC6F9-DC85-5B66-FA49-C172475B0C0B}"/>
          </ac:picMkLst>
        </pc:picChg>
        <pc:picChg chg="mod ord">
          <ac:chgData name="RASINGOLLA W M S N K it22309860" userId="S::it22309860@my.sliit.lk::506a4da9-671d-4234-b266-a315772fa35b" providerId="AD" clId="Web-{18890CA2-B0F8-8411-4CDA-BD0E0BAFC078}" dt="2026-03-09T06:20:32.558" v="363"/>
          <ac:picMkLst>
            <pc:docMk/>
            <pc:sldMk cId="3682776757" sldId="263"/>
            <ac:picMk id="10" creationId="{7F43C648-07BC-3193-1EC3-76C37E06D203}"/>
          </ac:picMkLst>
        </pc:picChg>
        <pc:picChg chg="mod ord">
          <ac:chgData name="RASINGOLLA W M S N K it22309860" userId="S::it22309860@my.sliit.lk::506a4da9-671d-4234-b266-a315772fa35b" providerId="AD" clId="Web-{18890CA2-B0F8-8411-4CDA-BD0E0BAFC078}" dt="2026-03-09T06:20:32.558" v="363"/>
          <ac:picMkLst>
            <pc:docMk/>
            <pc:sldMk cId="3682776757" sldId="263"/>
            <ac:picMk id="13" creationId="{706AB087-490B-216C-9784-10857355FCCD}"/>
          </ac:picMkLst>
        </pc:picChg>
        <pc:picChg chg="mod ord">
          <ac:chgData name="RASINGOLLA W M S N K it22309860" userId="S::it22309860@my.sliit.lk::506a4da9-671d-4234-b266-a315772fa35b" providerId="AD" clId="Web-{18890CA2-B0F8-8411-4CDA-BD0E0BAFC078}" dt="2026-03-09T06:20:32.558" v="363"/>
          <ac:picMkLst>
            <pc:docMk/>
            <pc:sldMk cId="3682776757" sldId="263"/>
            <ac:picMk id="14" creationId="{0A590C06-DF2F-8C55-3DDC-B2975E134F71}"/>
          </ac:picMkLst>
        </pc:picChg>
        <pc:cxnChg chg="add del">
          <ac:chgData name="RASINGOLLA W M S N K it22309860" userId="S::it22309860@my.sliit.lk::506a4da9-671d-4234-b266-a315772fa35b" providerId="AD" clId="Web-{18890CA2-B0F8-8411-4CDA-BD0E0BAFC078}" dt="2026-03-09T06:20:23.027" v="356"/>
          <ac:cxnSpMkLst>
            <pc:docMk/>
            <pc:sldMk cId="3682776757" sldId="263"/>
            <ac:cxnSpMk id="39" creationId="{50DA1EB8-87CF-4588-A1FD-4756F9A28F6B}"/>
          </ac:cxnSpMkLst>
        </pc:cxnChg>
        <pc:cxnChg chg="add del">
          <ac:chgData name="RASINGOLLA W M S N K it22309860" userId="S::it22309860@my.sliit.lk::506a4da9-671d-4234-b266-a315772fa35b" providerId="AD" clId="Web-{18890CA2-B0F8-8411-4CDA-BD0E0BAFC078}" dt="2026-03-09T06:20:23.027" v="356"/>
          <ac:cxnSpMkLst>
            <pc:docMk/>
            <pc:sldMk cId="3682776757" sldId="263"/>
            <ac:cxnSpMk id="40" creationId="{D7A4E378-EA57-47B9-B1EB-58B998F6CFFB}"/>
          </ac:cxnSpMkLst>
        </pc:cxnChg>
        <pc:cxnChg chg="add del">
          <ac:chgData name="RASINGOLLA W M S N K it22309860" userId="S::it22309860@my.sliit.lk::506a4da9-671d-4234-b266-a315772fa35b" providerId="AD" clId="Web-{18890CA2-B0F8-8411-4CDA-BD0E0BAFC078}" dt="2026-03-09T06:20:23.027" v="356"/>
          <ac:cxnSpMkLst>
            <pc:docMk/>
            <pc:sldMk cId="3682776757" sldId="263"/>
            <ac:cxnSpMk id="41" creationId="{D2B31ED6-76F0-425A-9A41-C947AEF9C145}"/>
          </ac:cxnSpMkLst>
        </pc:cxnChg>
      </pc:sldChg>
      <pc:sldChg chg="addSp delSp modSp del">
        <pc:chgData name="RASINGOLLA W M S N K it22309860" userId="S::it22309860@my.sliit.lk::506a4da9-671d-4234-b266-a315772fa35b" providerId="AD" clId="Web-{18890CA2-B0F8-8411-4CDA-BD0E0BAFC078}" dt="2026-03-09T03:47:34.603" v="241"/>
        <pc:sldMkLst>
          <pc:docMk/>
          <pc:sldMk cId="1801237140" sldId="264"/>
        </pc:sldMkLst>
        <pc:spChg chg="add mod">
          <ac:chgData name="RASINGOLLA W M S N K it22309860" userId="S::it22309860@my.sliit.lk::506a4da9-671d-4234-b266-a315772fa35b" providerId="AD" clId="Web-{18890CA2-B0F8-8411-4CDA-BD0E0BAFC078}" dt="2026-03-09T03:43:45.836" v="236"/>
          <ac:spMkLst>
            <pc:docMk/>
            <pc:sldMk cId="1801237140" sldId="264"/>
            <ac:spMk id="8" creationId="{4E64E32F-4718-EC22-99B6-E86ED5B5D5EE}"/>
          </ac:spMkLst>
        </pc:spChg>
        <pc:picChg chg="del">
          <ac:chgData name="RASINGOLLA W M S N K it22309860" userId="S::it22309860@my.sliit.lk::506a4da9-671d-4234-b266-a315772fa35b" providerId="AD" clId="Web-{18890CA2-B0F8-8411-4CDA-BD0E0BAFC078}" dt="2026-03-09T03:43:45.836" v="236"/>
          <ac:picMkLst>
            <pc:docMk/>
            <pc:sldMk cId="1801237140" sldId="264"/>
            <ac:picMk id="11" creationId="{7FA7BB47-D68E-E096-CA8D-8292B6A0FF49}"/>
          </ac:picMkLst>
        </pc:picChg>
      </pc:sldChg>
      <pc:sldChg chg="delSp new del">
        <pc:chgData name="RASINGOLLA W M S N K it22309860" userId="S::it22309860@my.sliit.lk::506a4da9-671d-4234-b266-a315772fa35b" providerId="AD" clId="Web-{18890CA2-B0F8-8411-4CDA-BD0E0BAFC078}" dt="2026-03-09T03:48:18.339" v="245"/>
        <pc:sldMkLst>
          <pc:docMk/>
          <pc:sldMk cId="238779546" sldId="265"/>
        </pc:sldMkLst>
        <pc:spChg chg="del">
          <ac:chgData name="RASINGOLLA W M S N K it22309860" userId="S::it22309860@my.sliit.lk::506a4da9-671d-4234-b266-a315772fa35b" providerId="AD" clId="Web-{18890CA2-B0F8-8411-4CDA-BD0E0BAFC078}" dt="2026-03-09T03:47:31.227" v="240"/>
          <ac:spMkLst>
            <pc:docMk/>
            <pc:sldMk cId="238779546" sldId="265"/>
            <ac:spMk id="2" creationId="{FD8586AD-1503-8B4B-1F76-6D531EE9B687}"/>
          </ac:spMkLst>
        </pc:spChg>
      </pc:sldChg>
      <pc:sldChg chg="del">
        <pc:chgData name="RASINGOLLA W M S N K it22309860" userId="S::it22309860@my.sliit.lk::506a4da9-671d-4234-b266-a315772fa35b" providerId="AD" clId="Web-{18890CA2-B0F8-8411-4CDA-BD0E0BAFC078}" dt="2026-03-09T02:40:01.009" v="31"/>
        <pc:sldMkLst>
          <pc:docMk/>
          <pc:sldMk cId="1337862971" sldId="265"/>
        </pc:sldMkLst>
      </pc:sldChg>
      <pc:sldChg chg="delSp modSp new del mod modClrScheme chgLayout">
        <pc:chgData name="RASINGOLLA W M S N K it22309860" userId="S::it22309860@my.sliit.lk::506a4da9-671d-4234-b266-a315772fa35b" providerId="AD" clId="Web-{18890CA2-B0F8-8411-4CDA-BD0E0BAFC078}" dt="2026-03-09T05:12:29.630" v="318"/>
        <pc:sldMkLst>
          <pc:docMk/>
          <pc:sldMk cId="2523326058" sldId="266"/>
        </pc:sldMkLst>
        <pc:spChg chg="mod ord">
          <ac:chgData name="RASINGOLLA W M S N K it22309860" userId="S::it22309860@my.sliit.lk::506a4da9-671d-4234-b266-a315772fa35b" providerId="AD" clId="Web-{18890CA2-B0F8-8411-4CDA-BD0E0BAFC078}" dt="2026-03-09T03:47:55.057" v="244"/>
          <ac:spMkLst>
            <pc:docMk/>
            <pc:sldMk cId="2523326058" sldId="266"/>
            <ac:spMk id="2" creationId="{511D9CBF-191F-BDBA-9485-86D5B9B31C0A}"/>
          </ac:spMkLst>
        </pc:spChg>
        <pc:spChg chg="mod ord">
          <ac:chgData name="RASINGOLLA W M S N K it22309860" userId="S::it22309860@my.sliit.lk::506a4da9-671d-4234-b266-a315772fa35b" providerId="AD" clId="Web-{18890CA2-B0F8-8411-4CDA-BD0E0BAFC078}" dt="2026-03-09T03:47:55.057" v="244"/>
          <ac:spMkLst>
            <pc:docMk/>
            <pc:sldMk cId="2523326058" sldId="266"/>
            <ac:spMk id="3" creationId="{51E1D7EF-884C-8892-11B7-74A86FBA360E}"/>
          </ac:spMkLst>
        </pc:spChg>
        <pc:spChg chg="del">
          <ac:chgData name="RASINGOLLA W M S N K it22309860" userId="S::it22309860@my.sliit.lk::506a4da9-671d-4234-b266-a315772fa35b" providerId="AD" clId="Web-{18890CA2-B0F8-8411-4CDA-BD0E0BAFC078}" dt="2026-03-09T03:47:55.057" v="244"/>
          <ac:spMkLst>
            <pc:docMk/>
            <pc:sldMk cId="2523326058" sldId="266"/>
            <ac:spMk id="4" creationId="{50A534E2-8B21-3939-4D83-05ADDF605E56}"/>
          </ac:spMkLst>
        </pc:spChg>
        <pc:spChg chg="mod ord">
          <ac:chgData name="RASINGOLLA W M S N K it22309860" userId="S::it22309860@my.sliit.lk::506a4da9-671d-4234-b266-a315772fa35b" providerId="AD" clId="Web-{18890CA2-B0F8-8411-4CDA-BD0E0BAFC078}" dt="2026-03-09T03:47:55.057" v="244"/>
          <ac:spMkLst>
            <pc:docMk/>
            <pc:sldMk cId="2523326058" sldId="266"/>
            <ac:spMk id="5" creationId="{F77FD855-A311-ECF0-884A-CD4E85C47670}"/>
          </ac:spMkLst>
        </pc:spChg>
        <pc:spChg chg="mod ord">
          <ac:chgData name="RASINGOLLA W M S N K it22309860" userId="S::it22309860@my.sliit.lk::506a4da9-671d-4234-b266-a315772fa35b" providerId="AD" clId="Web-{18890CA2-B0F8-8411-4CDA-BD0E0BAFC078}" dt="2026-03-09T03:47:55.057" v="244"/>
          <ac:spMkLst>
            <pc:docMk/>
            <pc:sldMk cId="2523326058" sldId="266"/>
            <ac:spMk id="6" creationId="{DD461142-3993-5E1D-3AC3-D5B8FA39FBAE}"/>
          </ac:spMkLst>
        </pc:spChg>
      </pc:sldChg>
      <pc:sldChg chg="addSp delSp modSp new">
        <pc:chgData name="RASINGOLLA W M S N K it22309860" userId="S::it22309860@my.sliit.lk::506a4da9-671d-4234-b266-a315772fa35b" providerId="AD" clId="Web-{18890CA2-B0F8-8411-4CDA-BD0E0BAFC078}" dt="2026-03-09T05:12:52.583" v="324"/>
        <pc:sldMkLst>
          <pc:docMk/>
          <pc:sldMk cId="3719730385" sldId="267"/>
        </pc:sldMkLst>
        <pc:spChg chg="del">
          <ac:chgData name="RASINGOLLA W M S N K it22309860" userId="S::it22309860@my.sliit.lk::506a4da9-671d-4234-b266-a315772fa35b" providerId="AD" clId="Web-{18890CA2-B0F8-8411-4CDA-BD0E0BAFC078}" dt="2026-03-09T04:48:36.363" v="251"/>
          <ac:spMkLst>
            <pc:docMk/>
            <pc:sldMk cId="3719730385" sldId="267"/>
            <ac:spMk id="2" creationId="{E960535B-67B4-179D-61B8-C529572559EA}"/>
          </ac:spMkLst>
        </pc:spChg>
        <pc:spChg chg="mod">
          <ac:chgData name="RASINGOLLA W M S N K it22309860" userId="S::it22309860@my.sliit.lk::506a4da9-671d-4234-b266-a315772fa35b" providerId="AD" clId="Web-{18890CA2-B0F8-8411-4CDA-BD0E0BAFC078}" dt="2026-03-09T05:12:41.599" v="322"/>
          <ac:spMkLst>
            <pc:docMk/>
            <pc:sldMk cId="3719730385" sldId="267"/>
            <ac:spMk id="3" creationId="{DD975098-1A4C-4C17-79DF-9803B77521C6}"/>
          </ac:spMkLst>
        </pc:spChg>
        <pc:spChg chg="add mod">
          <ac:chgData name="RASINGOLLA W M S N K it22309860" userId="S::it22309860@my.sliit.lk::506a4da9-671d-4234-b266-a315772fa35b" providerId="AD" clId="Web-{18890CA2-B0F8-8411-4CDA-BD0E0BAFC078}" dt="2026-03-09T05:12:46.505" v="323"/>
          <ac:spMkLst>
            <pc:docMk/>
            <pc:sldMk cId="3719730385" sldId="267"/>
            <ac:spMk id="7" creationId="{58E36AF3-7293-6061-2B30-F8062BAE2B18}"/>
          </ac:spMkLst>
        </pc:spChg>
        <pc:spChg chg="add mod">
          <ac:chgData name="RASINGOLLA W M S N K it22309860" userId="S::it22309860@my.sliit.lk::506a4da9-671d-4234-b266-a315772fa35b" providerId="AD" clId="Web-{18890CA2-B0F8-8411-4CDA-BD0E0BAFC078}" dt="2026-03-09T05:12:52.583" v="324"/>
          <ac:spMkLst>
            <pc:docMk/>
            <pc:sldMk cId="3719730385" sldId="267"/>
            <ac:spMk id="8" creationId="{DD975098-1A4C-4C17-79DF-9803B77521C6}"/>
          </ac:spMkLst>
        </pc:spChg>
        <pc:picChg chg="add">
          <ac:chgData name="RASINGOLLA W M S N K it22309860" userId="S::it22309860@my.sliit.lk::506a4da9-671d-4234-b266-a315772fa35b" providerId="AD" clId="Web-{18890CA2-B0F8-8411-4CDA-BD0E0BAFC078}" dt="2026-03-09T04:50:38.600" v="289"/>
          <ac:picMkLst>
            <pc:docMk/>
            <pc:sldMk cId="3719730385" sldId="267"/>
            <ac:picMk id="10" creationId="{0B849362-1264-DABC-3761-18E5ADED6C1E}"/>
          </ac:picMkLst>
        </pc:picChg>
      </pc:sldChg>
      <pc:sldChg chg="addSp delSp modSp new del mod modClrScheme chgLayout">
        <pc:chgData name="RASINGOLLA W M S N K it22309860" userId="S::it22309860@my.sliit.lk::506a4da9-671d-4234-b266-a315772fa35b" providerId="AD" clId="Web-{18890CA2-B0F8-8411-4CDA-BD0E0BAFC078}" dt="2026-03-09T06:19:03.057" v="343"/>
        <pc:sldMkLst>
          <pc:docMk/>
          <pc:sldMk cId="1965726267" sldId="268"/>
        </pc:sldMkLst>
        <pc:spChg chg="del">
          <ac:chgData name="RASINGOLLA W M S N K it22309860" userId="S::it22309860@my.sliit.lk::506a4da9-671d-4234-b266-a315772fa35b" providerId="AD" clId="Web-{18890CA2-B0F8-8411-4CDA-BD0E0BAFC078}" dt="2026-03-09T06:16:21.445" v="326"/>
          <ac:spMkLst>
            <pc:docMk/>
            <pc:sldMk cId="1965726267" sldId="268"/>
            <ac:spMk id="2" creationId="{0167947A-EE86-4CE7-D26A-BCA5D84AD702}"/>
          </ac:spMkLst>
        </pc:spChg>
        <pc:spChg chg="del">
          <ac:chgData name="RASINGOLLA W M S N K it22309860" userId="S::it22309860@my.sliit.lk::506a4da9-671d-4234-b266-a315772fa35b" providerId="AD" clId="Web-{18890CA2-B0F8-8411-4CDA-BD0E0BAFC078}" dt="2026-03-09T06:16:21.445" v="326"/>
          <ac:spMkLst>
            <pc:docMk/>
            <pc:sldMk cId="1965726267" sldId="268"/>
            <ac:spMk id="3" creationId="{278A0CA3-12A0-E5C7-7F4F-B36EF35C9A6D}"/>
          </ac:spMkLst>
        </pc:spChg>
        <pc:spChg chg="del">
          <ac:chgData name="RASINGOLLA W M S N K it22309860" userId="S::it22309860@my.sliit.lk::506a4da9-671d-4234-b266-a315772fa35b" providerId="AD" clId="Web-{18890CA2-B0F8-8411-4CDA-BD0E0BAFC078}" dt="2026-03-09T06:16:21.445" v="326"/>
          <ac:spMkLst>
            <pc:docMk/>
            <pc:sldMk cId="1965726267" sldId="268"/>
            <ac:spMk id="4" creationId="{B9FCEC79-2CAD-9AE5-0AD1-CD47CDED8B91}"/>
          </ac:spMkLst>
        </pc:spChg>
        <pc:spChg chg="mod ord">
          <ac:chgData name="RASINGOLLA W M S N K it22309860" userId="S::it22309860@my.sliit.lk::506a4da9-671d-4234-b266-a315772fa35b" providerId="AD" clId="Web-{18890CA2-B0F8-8411-4CDA-BD0E0BAFC078}" dt="2026-03-09T06:16:21.445" v="326"/>
          <ac:spMkLst>
            <pc:docMk/>
            <pc:sldMk cId="1965726267" sldId="268"/>
            <ac:spMk id="5" creationId="{853D1D5E-5822-FF65-0CC3-7834D760BF02}"/>
          </ac:spMkLst>
        </pc:spChg>
        <pc:spChg chg="mod ord">
          <ac:chgData name="RASINGOLLA W M S N K it22309860" userId="S::it22309860@my.sliit.lk::506a4da9-671d-4234-b266-a315772fa35b" providerId="AD" clId="Web-{18890CA2-B0F8-8411-4CDA-BD0E0BAFC078}" dt="2026-03-09T06:16:21.445" v="326"/>
          <ac:spMkLst>
            <pc:docMk/>
            <pc:sldMk cId="1965726267" sldId="268"/>
            <ac:spMk id="6" creationId="{93BD9D6E-6E93-8E80-045B-CDC6C7A5303A}"/>
          </ac:spMkLst>
        </pc:spChg>
        <pc:picChg chg="add del mod">
          <ac:chgData name="RASINGOLLA W M S N K it22309860" userId="S::it22309860@my.sliit.lk::506a4da9-671d-4234-b266-a315772fa35b" providerId="AD" clId="Web-{18890CA2-B0F8-8411-4CDA-BD0E0BAFC078}" dt="2026-03-09T06:16:46.086" v="332"/>
          <ac:picMkLst>
            <pc:docMk/>
            <pc:sldMk cId="1965726267" sldId="268"/>
            <ac:picMk id="7" creationId="{ED875647-06E7-E303-6C6C-7BE034B86EC3}"/>
          </ac:picMkLst>
        </pc:picChg>
      </pc:sldChg>
      <pc:sldChg chg="addSp delSp modSp new mod ord setBg">
        <pc:chgData name="RASINGOLLA W M S N K it22309860" userId="S::it22309860@my.sliit.lk::506a4da9-671d-4234-b266-a315772fa35b" providerId="AD" clId="Web-{18890CA2-B0F8-8411-4CDA-BD0E0BAFC078}" dt="2026-03-09T06:18:49.854" v="342"/>
        <pc:sldMkLst>
          <pc:docMk/>
          <pc:sldMk cId="1299616796" sldId="269"/>
        </pc:sldMkLst>
        <pc:spChg chg="del">
          <ac:chgData name="RASINGOLLA W M S N K it22309860" userId="S::it22309860@my.sliit.lk::506a4da9-671d-4234-b266-a315772fa35b" providerId="AD" clId="Web-{18890CA2-B0F8-8411-4CDA-BD0E0BAFC078}" dt="2026-03-09T06:17:02.399" v="335"/>
          <ac:spMkLst>
            <pc:docMk/>
            <pc:sldMk cId="1299616796" sldId="269"/>
            <ac:spMk id="2" creationId="{AAF4B3AC-24B4-3AEE-0146-7658B7F6A444}"/>
          </ac:spMkLst>
        </pc:spChg>
        <pc:spChg chg="del mod">
          <ac:chgData name="RASINGOLLA W M S N K it22309860" userId="S::it22309860@my.sliit.lk::506a4da9-671d-4234-b266-a315772fa35b" providerId="AD" clId="Web-{18890CA2-B0F8-8411-4CDA-BD0E0BAFC078}" dt="2026-03-09T06:17:16.478" v="340"/>
          <ac:spMkLst>
            <pc:docMk/>
            <pc:sldMk cId="1299616796" sldId="269"/>
            <ac:spMk id="3" creationId="{BE638FD1-CC13-A5AF-7D49-57FEDEFCA5EE}"/>
          </ac:spMkLst>
        </pc:spChg>
        <pc:spChg chg="del">
          <ac:chgData name="RASINGOLLA W M S N K it22309860" userId="S::it22309860@my.sliit.lk::506a4da9-671d-4234-b266-a315772fa35b" providerId="AD" clId="Web-{18890CA2-B0F8-8411-4CDA-BD0E0BAFC078}" dt="2026-03-09T06:17:04.884" v="336"/>
          <ac:spMkLst>
            <pc:docMk/>
            <pc:sldMk cId="1299616796" sldId="269"/>
            <ac:spMk id="4" creationId="{B8AF2CAF-482C-EB6B-A881-495D9BAADDCB}"/>
          </ac:spMkLst>
        </pc:spChg>
        <pc:spChg chg="mod">
          <ac:chgData name="RASINGOLLA W M S N K it22309860" userId="S::it22309860@my.sliit.lk::506a4da9-671d-4234-b266-a315772fa35b" providerId="AD" clId="Web-{18890CA2-B0F8-8411-4CDA-BD0E0BAFC078}" dt="2026-03-09T06:18:49.854" v="342"/>
          <ac:spMkLst>
            <pc:docMk/>
            <pc:sldMk cId="1299616796" sldId="269"/>
            <ac:spMk id="5" creationId="{932FE071-675A-33FC-FFA4-CB3369616A1F}"/>
          </ac:spMkLst>
        </pc:spChg>
        <pc:spChg chg="mod">
          <ac:chgData name="RASINGOLLA W M S N K it22309860" userId="S::it22309860@my.sliit.lk::506a4da9-671d-4234-b266-a315772fa35b" providerId="AD" clId="Web-{18890CA2-B0F8-8411-4CDA-BD0E0BAFC078}" dt="2026-03-09T06:18:49.854" v="342"/>
          <ac:spMkLst>
            <pc:docMk/>
            <pc:sldMk cId="1299616796" sldId="269"/>
            <ac:spMk id="6" creationId="{75438BB1-4539-3BC6-112D-26D7947CD9B8}"/>
          </ac:spMkLst>
        </pc:spChg>
        <pc:spChg chg="add">
          <ac:chgData name="RASINGOLLA W M S N K it22309860" userId="S::it22309860@my.sliit.lk::506a4da9-671d-4234-b266-a315772fa35b" providerId="AD" clId="Web-{18890CA2-B0F8-8411-4CDA-BD0E0BAFC078}" dt="2026-03-09T06:18:49.854" v="342"/>
          <ac:spMkLst>
            <pc:docMk/>
            <pc:sldMk cId="1299616796" sldId="269"/>
            <ac:spMk id="12" creationId="{6680F1D3-7650-4307-A001-0163AD371D29}"/>
          </ac:spMkLst>
        </pc:spChg>
        <pc:picChg chg="add mod ord">
          <ac:chgData name="RASINGOLLA W M S N K it22309860" userId="S::it22309860@my.sliit.lk::506a4da9-671d-4234-b266-a315772fa35b" providerId="AD" clId="Web-{18890CA2-B0F8-8411-4CDA-BD0E0BAFC078}" dt="2026-03-09T06:18:49.854" v="342"/>
          <ac:picMkLst>
            <pc:docMk/>
            <pc:sldMk cId="1299616796" sldId="269"/>
            <ac:picMk id="7" creationId="{536A9825-4196-BCBA-1194-1B14841D4614}"/>
          </ac:picMkLst>
        </pc:picChg>
      </pc:sldChg>
    </pc:docChg>
  </pc:docChgLst>
  <pc:docChgLst>
    <pc:chgData name="RASINGOLLA W M S N K it22309860" userId="S::it22309860@my.sliit.lk::506a4da9-671d-4234-b266-a315772fa35b" providerId="AD" clId="Web-{FAF979E2-B812-1484-A0EF-014D7CDDE039}"/>
    <pc:docChg chg="addSld modSld">
      <pc:chgData name="RASINGOLLA W M S N K it22309860" userId="S::it22309860@my.sliit.lk::506a4da9-671d-4234-b266-a315772fa35b" providerId="AD" clId="Web-{FAF979E2-B812-1484-A0EF-014D7CDDE039}" dt="2026-03-06T03:05:24.912" v="120" actId="14100"/>
      <pc:docMkLst>
        <pc:docMk/>
      </pc:docMkLst>
      <pc:sldChg chg="modSp">
        <pc:chgData name="RASINGOLLA W M S N K it22309860" userId="S::it22309860@my.sliit.lk::506a4da9-671d-4234-b266-a315772fa35b" providerId="AD" clId="Web-{FAF979E2-B812-1484-A0EF-014D7CDDE039}" dt="2026-03-06T02:43:30.240" v="10" actId="20577"/>
        <pc:sldMkLst>
          <pc:docMk/>
          <pc:sldMk cId="109857222" sldId="256"/>
        </pc:sldMkLst>
        <pc:spChg chg="mod">
          <ac:chgData name="RASINGOLLA W M S N K it22309860" userId="S::it22309860@my.sliit.lk::506a4da9-671d-4234-b266-a315772fa35b" providerId="AD" clId="Web-{FAF979E2-B812-1484-A0EF-014D7CDDE039}" dt="2026-03-06T02:43:30.240" v="10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RASINGOLLA W M S N K it22309860" userId="S::it22309860@my.sliit.lk::506a4da9-671d-4234-b266-a315772fa35b" providerId="AD" clId="Web-{FAF979E2-B812-1484-A0EF-014D7CDDE039}" dt="2026-03-06T02:44:55.654" v="11" actId="20577"/>
        <pc:sldMkLst>
          <pc:docMk/>
          <pc:sldMk cId="3029710010" sldId="257"/>
        </pc:sldMkLst>
        <pc:spChg chg="mod">
          <ac:chgData name="RASINGOLLA W M S N K it22309860" userId="S::it22309860@my.sliit.lk::506a4da9-671d-4234-b266-a315772fa35b" providerId="AD" clId="Web-{FAF979E2-B812-1484-A0EF-014D7CDDE039}" dt="2026-03-06T02:44:55.654" v="11" actId="20577"/>
          <ac:spMkLst>
            <pc:docMk/>
            <pc:sldMk cId="3029710010" sldId="257"/>
            <ac:spMk id="2" creationId="{916529B2-5AC4-9703-338E-1FAEC7BF8778}"/>
          </ac:spMkLst>
        </pc:spChg>
      </pc:sldChg>
      <pc:sldChg chg="addSp delSp modSp">
        <pc:chgData name="RASINGOLLA W M S N K it22309860" userId="S::it22309860@my.sliit.lk::506a4da9-671d-4234-b266-a315772fa35b" providerId="AD" clId="Web-{FAF979E2-B812-1484-A0EF-014D7CDDE039}" dt="2026-03-06T03:05:03.567" v="115" actId="14100"/>
        <pc:sldMkLst>
          <pc:docMk/>
          <pc:sldMk cId="4275511013" sldId="258"/>
        </pc:sldMkLst>
        <pc:spChg chg="mod">
          <ac:chgData name="RASINGOLLA W M S N K it22309860" userId="S::it22309860@my.sliit.lk::506a4da9-671d-4234-b266-a315772fa35b" providerId="AD" clId="Web-{FAF979E2-B812-1484-A0EF-014D7CDDE039}" dt="2026-03-06T03:05:03.567" v="115" actId="14100"/>
          <ac:spMkLst>
            <pc:docMk/>
            <pc:sldMk cId="4275511013" sldId="258"/>
            <ac:spMk id="2" creationId="{79D54A40-AEF9-15BF-1989-DBC6451F5E90}"/>
          </ac:spMkLst>
        </pc:spChg>
      </pc:sldChg>
    </pc:docChg>
  </pc:docChgLst>
  <pc:docChgLst>
    <pc:chgData name="RASINGOLLA W M S N K it22309860" userId="S::it22309860@my.sliit.lk::506a4da9-671d-4234-b266-a315772fa35b" providerId="AD" clId="Web-{A906BCDE-D06E-25FD-ACE9-651D83CE90EC}"/>
    <pc:docChg chg="mod addSld modSld addMainMaster delMainMaster">
      <pc:chgData name="RASINGOLLA W M S N K it22309860" userId="S::it22309860@my.sliit.lk::506a4da9-671d-4234-b266-a315772fa35b" providerId="AD" clId="Web-{A906BCDE-D06E-25FD-ACE9-651D83CE90EC}" dt="2026-03-07T18:40:52.587" v="1066"/>
      <pc:docMkLst>
        <pc:docMk/>
      </pc:docMkLst>
      <pc:sldChg chg="addSp delSp modSp mod setBg modClrScheme chgLayout">
        <pc:chgData name="RASINGOLLA W M S N K it22309860" userId="S::it22309860@my.sliit.lk::506a4da9-671d-4234-b266-a315772fa35b" providerId="AD" clId="Web-{A906BCDE-D06E-25FD-ACE9-651D83CE90EC}" dt="2026-03-07T18:40:52.587" v="1066"/>
        <pc:sldMkLst>
          <pc:docMk/>
          <pc:sldMk cId="109857222" sldId="256"/>
        </pc:sldMkLst>
        <pc:spChg chg="mod ord">
          <ac:chgData name="RASINGOLLA W M S N K it22309860" userId="S::it22309860@my.sliit.lk::506a4da9-671d-4234-b266-a315772fa35b" providerId="AD" clId="Web-{A906BCDE-D06E-25FD-ACE9-651D83CE90EC}" dt="2026-03-07T18:40:52.587" v="1066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RASINGOLLA W M S N K it22309860" userId="S::it22309860@my.sliit.lk::506a4da9-671d-4234-b266-a315772fa35b" providerId="AD" clId="Web-{A906BCDE-D06E-25FD-ACE9-651D83CE90EC}" dt="2026-03-07T18:40:52.587" v="1066"/>
          <ac:spMkLst>
            <pc:docMk/>
            <pc:sldMk cId="109857222" sldId="256"/>
            <ac:spMk id="3" creationId="{00000000-0000-0000-0000-000000000000}"/>
          </ac:spMkLst>
        </pc:spChg>
        <pc:picChg chg="add mod ord">
          <ac:chgData name="RASINGOLLA W M S N K it22309860" userId="S::it22309860@my.sliit.lk::506a4da9-671d-4234-b266-a315772fa35b" providerId="AD" clId="Web-{A906BCDE-D06E-25FD-ACE9-651D83CE90EC}" dt="2026-03-07T18:40:52.587" v="1066"/>
          <ac:picMkLst>
            <pc:docMk/>
            <pc:sldMk cId="109857222" sldId="256"/>
            <ac:picMk id="5" creationId="{405C0CF0-0E0C-4440-040B-8522BB9B934C}"/>
          </ac:picMkLst>
        </pc:picChg>
      </pc:sldChg>
      <pc:sldChg chg="addSp delSp modSp mod setBg modClrScheme chgLayout">
        <pc:chgData name="RASINGOLLA W M S N K it22309860" userId="S::it22309860@my.sliit.lk::506a4da9-671d-4234-b266-a315772fa35b" providerId="AD" clId="Web-{A906BCDE-D06E-25FD-ACE9-651D83CE90EC}" dt="2026-03-07T18:23:07.290" v="968"/>
        <pc:sldMkLst>
          <pc:docMk/>
          <pc:sldMk cId="3029710010" sldId="257"/>
        </pc:sldMkLst>
        <pc:spChg chg="mod ord">
          <ac:chgData name="RASINGOLLA W M S N K it22309860" userId="S::it22309860@my.sliit.lk::506a4da9-671d-4234-b266-a315772fa35b" providerId="AD" clId="Web-{A906BCDE-D06E-25FD-ACE9-651D83CE90EC}" dt="2026-03-07T18:23:07.290" v="968"/>
          <ac:spMkLst>
            <pc:docMk/>
            <pc:sldMk cId="3029710010" sldId="257"/>
            <ac:spMk id="2" creationId="{916529B2-5AC4-9703-338E-1FAEC7BF8778}"/>
          </ac:spMkLst>
        </pc:spChg>
        <pc:spChg chg="mod ord">
          <ac:chgData name="RASINGOLLA W M S N K it22309860" userId="S::it22309860@my.sliit.lk::506a4da9-671d-4234-b266-a315772fa35b" providerId="AD" clId="Web-{A906BCDE-D06E-25FD-ACE9-651D83CE90EC}" dt="2026-03-07T18:23:07.290" v="968"/>
          <ac:spMkLst>
            <pc:docMk/>
            <pc:sldMk cId="3029710010" sldId="257"/>
            <ac:spMk id="3" creationId="{DBA19BB4-1445-CA27-47F0-49E64B9F4C5D}"/>
          </ac:spMkLst>
        </pc:spChg>
        <pc:graphicFrameChg chg="add mod ord modGraphic">
          <ac:chgData name="RASINGOLLA W M S N K it22309860" userId="S::it22309860@my.sliit.lk::506a4da9-671d-4234-b266-a315772fa35b" providerId="AD" clId="Web-{A906BCDE-D06E-25FD-ACE9-651D83CE90EC}" dt="2026-03-07T18:23:07.290" v="968"/>
          <ac:graphicFrameMkLst>
            <pc:docMk/>
            <pc:sldMk cId="3029710010" sldId="257"/>
            <ac:graphicFrameMk id="6" creationId="{338A74DC-2E6B-A736-692C-F6EC948881F6}"/>
          </ac:graphicFrameMkLst>
        </pc:graphicFrameChg>
        <pc:picChg chg="add">
          <ac:chgData name="RASINGOLLA W M S N K it22309860" userId="S::it22309860@my.sliit.lk::506a4da9-671d-4234-b266-a315772fa35b" providerId="AD" clId="Web-{A906BCDE-D06E-25FD-ACE9-651D83CE90EC}" dt="2026-03-07T17:15:26.819" v="901"/>
          <ac:picMkLst>
            <pc:docMk/>
            <pc:sldMk cId="3029710010" sldId="257"/>
            <ac:picMk id="18" creationId="{AE999D25-82D1-DA4C-9E49-FAAC82F06F7A}"/>
          </ac:picMkLst>
        </pc:picChg>
      </pc:sldChg>
      <pc:sldChg chg="addSp delSp modSp mod setBg modClrScheme delDesignElem chgLayout">
        <pc:chgData name="RASINGOLLA W M S N K it22309860" userId="S::it22309860@my.sliit.lk::506a4da9-671d-4234-b266-a315772fa35b" providerId="AD" clId="Web-{A906BCDE-D06E-25FD-ACE9-651D83CE90EC}" dt="2026-03-07T18:23:07.290" v="968"/>
        <pc:sldMkLst>
          <pc:docMk/>
          <pc:sldMk cId="4275511013" sldId="258"/>
        </pc:sldMkLst>
        <pc:spChg chg="mod ord">
          <ac:chgData name="RASINGOLLA W M S N K it22309860" userId="S::it22309860@my.sliit.lk::506a4da9-671d-4234-b266-a315772fa35b" providerId="AD" clId="Web-{A906BCDE-D06E-25FD-ACE9-651D83CE90EC}" dt="2026-03-07T18:23:07.290" v="968"/>
          <ac:spMkLst>
            <pc:docMk/>
            <pc:sldMk cId="4275511013" sldId="258"/>
            <ac:spMk id="2" creationId="{79D54A40-AEF9-15BF-1989-DBC6451F5E90}"/>
          </ac:spMkLst>
        </pc:spChg>
        <pc:picChg chg="add">
          <ac:chgData name="RASINGOLLA W M S N K it22309860" userId="S::it22309860@my.sliit.lk::506a4da9-671d-4234-b266-a315772fa35b" providerId="AD" clId="Web-{A906BCDE-D06E-25FD-ACE9-651D83CE90EC}" dt="2026-03-07T17:15:33.381" v="902"/>
          <ac:picMkLst>
            <pc:docMk/>
            <pc:sldMk cId="4275511013" sldId="258"/>
            <ac:picMk id="4" creationId="{22C7EA91-A211-3436-4861-C5B8C5BAA31D}"/>
          </ac:picMkLst>
        </pc:picChg>
      </pc:sldChg>
      <pc:sldChg chg="addSp delSp modSp new mod modClrScheme chgLayout">
        <pc:chgData name="RASINGOLLA W M S N K it22309860" userId="S::it22309860@my.sliit.lk::506a4da9-671d-4234-b266-a315772fa35b" providerId="AD" clId="Web-{A906BCDE-D06E-25FD-ACE9-651D83CE90EC}" dt="2026-03-07T18:23:07.290" v="968"/>
        <pc:sldMkLst>
          <pc:docMk/>
          <pc:sldMk cId="4213347913" sldId="260"/>
        </pc:sldMkLst>
        <pc:spChg chg="mod ord">
          <ac:chgData name="RASINGOLLA W M S N K it22309860" userId="S::it22309860@my.sliit.lk::506a4da9-671d-4234-b266-a315772fa35b" providerId="AD" clId="Web-{A906BCDE-D06E-25FD-ACE9-651D83CE90EC}" dt="2026-03-07T18:23:07.290" v="968"/>
          <ac:spMkLst>
            <pc:docMk/>
            <pc:sldMk cId="4213347913" sldId="260"/>
            <ac:spMk id="2" creationId="{84DFF0C9-7E0D-715E-40C2-1BB1D5A91E00}"/>
          </ac:spMkLst>
        </pc:spChg>
        <pc:spChg chg="add mod ord">
          <ac:chgData name="RASINGOLLA W M S N K it22309860" userId="S::it22309860@my.sliit.lk::506a4da9-671d-4234-b266-a315772fa35b" providerId="AD" clId="Web-{A906BCDE-D06E-25FD-ACE9-651D83CE90EC}" dt="2026-03-07T18:23:07.290" v="968"/>
          <ac:spMkLst>
            <pc:docMk/>
            <pc:sldMk cId="4213347913" sldId="260"/>
            <ac:spMk id="4" creationId="{C6A68225-6B40-5969-664C-8A082AF4393B}"/>
          </ac:spMkLst>
        </pc:spChg>
        <pc:picChg chg="add">
          <ac:chgData name="RASINGOLLA W M S N K it22309860" userId="S::it22309860@my.sliit.lk::506a4da9-671d-4234-b266-a315772fa35b" providerId="AD" clId="Web-{A906BCDE-D06E-25FD-ACE9-651D83CE90EC}" dt="2026-03-07T17:15:41.600" v="903"/>
          <ac:picMkLst>
            <pc:docMk/>
            <pc:sldMk cId="4213347913" sldId="260"/>
            <ac:picMk id="39" creationId="{455FB52D-1EE6-5ACD-01B5-80E316FDC4E5}"/>
          </ac:picMkLst>
        </pc:picChg>
      </pc:sldChg>
      <pc:sldChg chg="addSp delSp modSp new mod setBg modClrScheme chgLayout">
        <pc:chgData name="RASINGOLLA W M S N K it22309860" userId="S::it22309860@my.sliit.lk::506a4da9-671d-4234-b266-a315772fa35b" providerId="AD" clId="Web-{A906BCDE-D06E-25FD-ACE9-651D83CE90EC}" dt="2026-03-07T18:29:32.733" v="1014" actId="1076"/>
        <pc:sldMkLst>
          <pc:docMk/>
          <pc:sldMk cId="4198527399" sldId="261"/>
        </pc:sldMkLst>
        <pc:spChg chg="mod ord">
          <ac:chgData name="RASINGOLLA W M S N K it22309860" userId="S::it22309860@my.sliit.lk::506a4da9-671d-4234-b266-a315772fa35b" providerId="AD" clId="Web-{A906BCDE-D06E-25FD-ACE9-651D83CE90EC}" dt="2026-03-07T18:23:07.290" v="968"/>
          <ac:spMkLst>
            <pc:docMk/>
            <pc:sldMk cId="4198527399" sldId="261"/>
            <ac:spMk id="2" creationId="{7509E556-B1B1-42CE-A03C-B404D80020B2}"/>
          </ac:spMkLst>
        </pc:spChg>
        <pc:spChg chg="add mod ord">
          <ac:chgData name="RASINGOLLA W M S N K it22309860" userId="S::it22309860@my.sliit.lk::506a4da9-671d-4234-b266-a315772fa35b" providerId="AD" clId="Web-{A906BCDE-D06E-25FD-ACE9-651D83CE90EC}" dt="2026-03-07T18:29:32.733" v="1014" actId="1076"/>
          <ac:spMkLst>
            <pc:docMk/>
            <pc:sldMk cId="4198527399" sldId="261"/>
            <ac:spMk id="4" creationId="{BC06141E-0A23-6EC4-E5EB-11088C3B4266}"/>
          </ac:spMkLst>
        </pc:spChg>
        <pc:spChg chg="add mod">
          <ac:chgData name="RASINGOLLA W M S N K it22309860" userId="S::it22309860@my.sliit.lk::506a4da9-671d-4234-b266-a315772fa35b" providerId="AD" clId="Web-{A906BCDE-D06E-25FD-ACE9-651D83CE90EC}" dt="2026-03-07T18:24:08.151" v="973" actId="1076"/>
          <ac:spMkLst>
            <pc:docMk/>
            <pc:sldMk cId="4198527399" sldId="261"/>
            <ac:spMk id="8" creationId="{7E1966D0-28FA-5778-3B2D-FCB49C5C3F5B}"/>
          </ac:spMkLst>
        </pc:spChg>
        <pc:spChg chg="add mod ord">
          <ac:chgData name="RASINGOLLA W M S N K it22309860" userId="S::it22309860@my.sliit.lk::506a4da9-671d-4234-b266-a315772fa35b" providerId="AD" clId="Web-{A906BCDE-D06E-25FD-ACE9-651D83CE90EC}" dt="2026-03-07T18:28:56.327" v="1008"/>
          <ac:spMkLst>
            <pc:docMk/>
            <pc:sldMk cId="4198527399" sldId="261"/>
            <ac:spMk id="868" creationId="{D70DC4BA-6D54-1B22-64C4-C26DD0B1BB0A}"/>
          </ac:spMkLst>
        </pc:spChg>
        <pc:spChg chg="add mod">
          <ac:chgData name="RASINGOLLA W M S N K it22309860" userId="S::it22309860@my.sliit.lk::506a4da9-671d-4234-b266-a315772fa35b" providerId="AD" clId="Web-{A906BCDE-D06E-25FD-ACE9-651D83CE90EC}" dt="2026-03-07T18:29:01.764" v="1010"/>
          <ac:spMkLst>
            <pc:docMk/>
            <pc:sldMk cId="4198527399" sldId="261"/>
            <ac:spMk id="1475" creationId="{30794AEF-0C4B-7B3D-92C5-CB4DC3AE874C}"/>
          </ac:spMkLst>
        </pc:spChg>
        <pc:graphicFrameChg chg="add mod ord modGraphic">
          <ac:chgData name="RASINGOLLA W M S N K it22309860" userId="S::it22309860@my.sliit.lk::506a4da9-671d-4234-b266-a315772fa35b" providerId="AD" clId="Web-{A906BCDE-D06E-25FD-ACE9-651D83CE90EC}" dt="2026-03-07T18:29:26.514" v="1013" actId="14100"/>
          <ac:graphicFrameMkLst>
            <pc:docMk/>
            <pc:sldMk cId="4198527399" sldId="261"/>
            <ac:graphicFrameMk id="17" creationId="{D1812E3A-B12B-2F6E-1418-D12FA1A6A37E}"/>
          </ac:graphicFrameMkLst>
        </pc:graphicFrameChg>
        <pc:picChg chg="add">
          <ac:chgData name="RASINGOLLA W M S N K it22309860" userId="S::it22309860@my.sliit.lk::506a4da9-671d-4234-b266-a315772fa35b" providerId="AD" clId="Web-{A906BCDE-D06E-25FD-ACE9-651D83CE90EC}" dt="2026-03-07T17:15:48.725" v="904"/>
          <ac:picMkLst>
            <pc:docMk/>
            <pc:sldMk cId="4198527399" sldId="261"/>
            <ac:picMk id="29" creationId="{E801A63B-8138-511E-4368-CEC2819A8204}"/>
          </ac:picMkLst>
        </pc:picChg>
      </pc:sldChg>
      <pc:sldChg chg="addSp delSp modSp new mod setBg modClrScheme delDesignElem chgLayout">
        <pc:chgData name="RASINGOLLA W M S N K it22309860" userId="S::it22309860@my.sliit.lk::506a4da9-671d-4234-b266-a315772fa35b" providerId="AD" clId="Web-{A906BCDE-D06E-25FD-ACE9-651D83CE90EC}" dt="2026-03-07T18:23:07.290" v="968"/>
        <pc:sldMkLst>
          <pc:docMk/>
          <pc:sldMk cId="2970484857" sldId="262"/>
        </pc:sldMkLst>
        <pc:spChg chg="mod ord">
          <ac:chgData name="RASINGOLLA W M S N K it22309860" userId="S::it22309860@my.sliit.lk::506a4da9-671d-4234-b266-a315772fa35b" providerId="AD" clId="Web-{A906BCDE-D06E-25FD-ACE9-651D83CE90EC}" dt="2026-03-07T18:23:07.290" v="968"/>
          <ac:spMkLst>
            <pc:docMk/>
            <pc:sldMk cId="2970484857" sldId="262"/>
            <ac:spMk id="2" creationId="{17694A2B-C16D-3E37-C005-909328E5E0FB}"/>
          </ac:spMkLst>
        </pc:spChg>
        <pc:spChg chg="add mod">
          <ac:chgData name="RASINGOLLA W M S N K it22309860" userId="S::it22309860@my.sliit.lk::506a4da9-671d-4234-b266-a315772fa35b" providerId="AD" clId="Web-{A906BCDE-D06E-25FD-ACE9-651D83CE90EC}" dt="2026-03-07T17:11:27.754" v="889"/>
          <ac:spMkLst>
            <pc:docMk/>
            <pc:sldMk cId="2970484857" sldId="262"/>
            <ac:spMk id="7" creationId="{5EE51F78-F92F-8568-5969-63189835359D}"/>
          </ac:spMkLst>
        </pc:spChg>
        <pc:spChg chg="add mod">
          <ac:chgData name="RASINGOLLA W M S N K it22309860" userId="S::it22309860@my.sliit.lk::506a4da9-671d-4234-b266-a315772fa35b" providerId="AD" clId="Web-{A906BCDE-D06E-25FD-ACE9-651D83CE90EC}" dt="2026-03-07T17:11:27.754" v="890"/>
          <ac:spMkLst>
            <pc:docMk/>
            <pc:sldMk cId="2970484857" sldId="262"/>
            <ac:spMk id="8" creationId="{ED50B7A4-D30B-4D34-2DCA-14336CF5C8B8}"/>
          </ac:spMkLst>
        </pc:spChg>
        <pc:spChg chg="add mod">
          <ac:chgData name="RASINGOLLA W M S N K it22309860" userId="S::it22309860@my.sliit.lk::506a4da9-671d-4234-b266-a315772fa35b" providerId="AD" clId="Web-{A906BCDE-D06E-25FD-ACE9-651D83CE90EC}" dt="2026-03-07T17:11:37.988" v="892"/>
          <ac:spMkLst>
            <pc:docMk/>
            <pc:sldMk cId="2970484857" sldId="262"/>
            <ac:spMk id="10" creationId="{2889187F-F903-686E-9530-E2812EB88EBC}"/>
          </ac:spMkLst>
        </pc:spChg>
        <pc:picChg chg="add mod ord">
          <ac:chgData name="RASINGOLLA W M S N K it22309860" userId="S::it22309860@my.sliit.lk::506a4da9-671d-4234-b266-a315772fa35b" providerId="AD" clId="Web-{A906BCDE-D06E-25FD-ACE9-651D83CE90EC}" dt="2026-03-07T16:44:33.001" v="847"/>
          <ac:picMkLst>
            <pc:docMk/>
            <pc:sldMk cId="2970484857" sldId="262"/>
            <ac:picMk id="3" creationId="{4A7C548F-2263-31A6-7095-095B97A7685B}"/>
          </ac:picMkLst>
        </pc:picChg>
        <pc:picChg chg="add mod ord">
          <ac:chgData name="RASINGOLLA W M S N K it22309860" userId="S::it22309860@my.sliit.lk::506a4da9-671d-4234-b266-a315772fa35b" providerId="AD" clId="Web-{A906BCDE-D06E-25FD-ACE9-651D83CE90EC}" dt="2026-03-07T16:44:33.001" v="847"/>
          <ac:picMkLst>
            <pc:docMk/>
            <pc:sldMk cId="2970484857" sldId="262"/>
            <ac:picMk id="4" creationId="{B839F690-C51A-9F5F-2B5F-73559A353E00}"/>
          </ac:picMkLst>
        </pc:picChg>
        <pc:picChg chg="add mod">
          <ac:chgData name="RASINGOLLA W M S N K it22309860" userId="S::it22309860@my.sliit.lk::506a4da9-671d-4234-b266-a315772fa35b" providerId="AD" clId="Web-{A906BCDE-D06E-25FD-ACE9-651D83CE90EC}" dt="2026-03-07T16:44:33.001" v="847"/>
          <ac:picMkLst>
            <pc:docMk/>
            <pc:sldMk cId="2970484857" sldId="262"/>
            <ac:picMk id="5" creationId="{292E186A-0AF3-20D3-F7D9-A9E1118640E4}"/>
          </ac:picMkLst>
        </pc:picChg>
        <pc:picChg chg="add">
          <ac:chgData name="RASINGOLLA W M S N K it22309860" userId="S::it22309860@my.sliit.lk::506a4da9-671d-4234-b266-a315772fa35b" providerId="AD" clId="Web-{A906BCDE-D06E-25FD-ACE9-651D83CE90EC}" dt="2026-03-07T17:15:52.303" v="905"/>
          <ac:picMkLst>
            <pc:docMk/>
            <pc:sldMk cId="2970484857" sldId="262"/>
            <ac:picMk id="9" creationId="{8BAE0B3E-17AD-D393-342F-D2A82D01A3BA}"/>
          </ac:picMkLst>
        </pc:picChg>
      </pc:sldChg>
      <pc:sldChg chg="addSp delSp modSp new mod modClrScheme chgLayout">
        <pc:chgData name="RASINGOLLA W M S N K it22309860" userId="S::it22309860@my.sliit.lk::506a4da9-671d-4234-b266-a315772fa35b" providerId="AD" clId="Web-{A906BCDE-D06E-25FD-ACE9-651D83CE90EC}" dt="2026-03-07T18:23:07.290" v="968"/>
        <pc:sldMkLst>
          <pc:docMk/>
          <pc:sldMk cId="3682776757" sldId="263"/>
        </pc:sldMkLst>
        <pc:picChg chg="add mod">
          <ac:chgData name="RASINGOLLA W M S N K it22309860" userId="S::it22309860@my.sliit.lk::506a4da9-671d-4234-b266-a315772fa35b" providerId="AD" clId="Web-{A906BCDE-D06E-25FD-ACE9-651D83CE90EC}" dt="2026-03-07T17:24:07.448" v="959" actId="14100"/>
          <ac:picMkLst>
            <pc:docMk/>
            <pc:sldMk cId="3682776757" sldId="263"/>
            <ac:picMk id="9" creationId="{A58AC6F9-DC85-5B66-FA49-C172475B0C0B}"/>
          </ac:picMkLst>
        </pc:picChg>
        <pc:picChg chg="add mod">
          <ac:chgData name="RASINGOLLA W M S N K it22309860" userId="S::it22309860@my.sliit.lk::506a4da9-671d-4234-b266-a315772fa35b" providerId="AD" clId="Web-{A906BCDE-D06E-25FD-ACE9-651D83CE90EC}" dt="2026-03-07T17:24:07.448" v="960" actId="14100"/>
          <ac:picMkLst>
            <pc:docMk/>
            <pc:sldMk cId="3682776757" sldId="263"/>
            <ac:picMk id="10" creationId="{7F43C648-07BC-3193-1EC3-76C37E06D203}"/>
          </ac:picMkLst>
        </pc:picChg>
        <pc:picChg chg="add mod">
          <ac:chgData name="RASINGOLLA W M S N K it22309860" userId="S::it22309860@my.sliit.lk::506a4da9-671d-4234-b266-a315772fa35b" providerId="AD" clId="Web-{A906BCDE-D06E-25FD-ACE9-651D83CE90EC}" dt="2026-03-07T17:24:15.996" v="963" actId="1076"/>
          <ac:picMkLst>
            <pc:docMk/>
            <pc:sldMk cId="3682776757" sldId="263"/>
            <ac:picMk id="13" creationId="{706AB087-490B-216C-9784-10857355FCCD}"/>
          </ac:picMkLst>
        </pc:picChg>
        <pc:picChg chg="add mod">
          <ac:chgData name="RASINGOLLA W M S N K it22309860" userId="S::it22309860@my.sliit.lk::506a4da9-671d-4234-b266-a315772fa35b" providerId="AD" clId="Web-{A906BCDE-D06E-25FD-ACE9-651D83CE90EC}" dt="2026-03-07T17:24:15.996" v="964" actId="1076"/>
          <ac:picMkLst>
            <pc:docMk/>
            <pc:sldMk cId="3682776757" sldId="263"/>
            <ac:picMk id="14" creationId="{0A590C06-DF2F-8C55-3DDC-B2975E134F71}"/>
          </ac:picMkLst>
        </pc:picChg>
      </pc:sldChg>
      <pc:sldMasterChg chg="add addSldLayout modSldLayout">
        <pc:chgData name="RASINGOLLA W M S N K it22309860" userId="S::it22309860@my.sliit.lk::506a4da9-671d-4234-b266-a315772fa35b" providerId="AD" clId="Web-{A906BCDE-D06E-25FD-ACE9-651D83CE90EC}" dt="2026-03-07T18:23:07.290" v="968"/>
        <pc:sldMasterMkLst>
          <pc:docMk/>
          <pc:sldMasterMk cId="3864956942" sldId="2147483804"/>
        </pc:sldMasterMkLst>
        <pc:sldLayoutChg chg="add mod replId">
          <pc:chgData name="RASINGOLLA W M S N K it22309860" userId="S::it22309860@my.sliit.lk::506a4da9-671d-4234-b266-a315772fa35b" providerId="AD" clId="Web-{A906BCDE-D06E-25FD-ACE9-651D83CE90EC}" dt="2026-03-07T18:23:07.290" v="968"/>
          <pc:sldLayoutMkLst>
            <pc:docMk/>
            <pc:sldMasterMk cId="3864956942" sldId="2147483804"/>
            <pc:sldLayoutMk cId="4082813111" sldId="2147483805"/>
          </pc:sldLayoutMkLst>
        </pc:sldLayoutChg>
        <pc:sldLayoutChg chg="add mod replId">
          <pc:chgData name="RASINGOLLA W M S N K it22309860" userId="S::it22309860@my.sliit.lk::506a4da9-671d-4234-b266-a315772fa35b" providerId="AD" clId="Web-{A906BCDE-D06E-25FD-ACE9-651D83CE90EC}" dt="2026-03-07T18:23:07.290" v="968"/>
          <pc:sldLayoutMkLst>
            <pc:docMk/>
            <pc:sldMasterMk cId="3864956942" sldId="2147483804"/>
            <pc:sldLayoutMk cId="1908330771" sldId="2147483806"/>
          </pc:sldLayoutMkLst>
        </pc:sldLayoutChg>
        <pc:sldLayoutChg chg="add mod replId">
          <pc:chgData name="RASINGOLLA W M S N K it22309860" userId="S::it22309860@my.sliit.lk::506a4da9-671d-4234-b266-a315772fa35b" providerId="AD" clId="Web-{A906BCDE-D06E-25FD-ACE9-651D83CE90EC}" dt="2026-03-07T18:23:07.290" v="968"/>
          <pc:sldLayoutMkLst>
            <pc:docMk/>
            <pc:sldMasterMk cId="3864956942" sldId="2147483804"/>
            <pc:sldLayoutMk cId="1207955997" sldId="2147483807"/>
          </pc:sldLayoutMkLst>
        </pc:sldLayoutChg>
        <pc:sldLayoutChg chg="add mod replId">
          <pc:chgData name="RASINGOLLA W M S N K it22309860" userId="S::it22309860@my.sliit.lk::506a4da9-671d-4234-b266-a315772fa35b" providerId="AD" clId="Web-{A906BCDE-D06E-25FD-ACE9-651D83CE90EC}" dt="2026-03-07T18:23:07.290" v="968"/>
          <pc:sldLayoutMkLst>
            <pc:docMk/>
            <pc:sldMasterMk cId="3864956942" sldId="2147483804"/>
            <pc:sldLayoutMk cId="2397060602" sldId="2147483808"/>
          </pc:sldLayoutMkLst>
        </pc:sldLayoutChg>
        <pc:sldLayoutChg chg="add mod replId">
          <pc:chgData name="RASINGOLLA W M S N K it22309860" userId="S::it22309860@my.sliit.lk::506a4da9-671d-4234-b266-a315772fa35b" providerId="AD" clId="Web-{A906BCDE-D06E-25FD-ACE9-651D83CE90EC}" dt="2026-03-07T18:23:07.290" v="968"/>
          <pc:sldLayoutMkLst>
            <pc:docMk/>
            <pc:sldMasterMk cId="3864956942" sldId="2147483804"/>
            <pc:sldLayoutMk cId="2153560638" sldId="2147483809"/>
          </pc:sldLayoutMkLst>
        </pc:sldLayoutChg>
        <pc:sldLayoutChg chg="add mod replId">
          <pc:chgData name="RASINGOLLA W M S N K it22309860" userId="S::it22309860@my.sliit.lk::506a4da9-671d-4234-b266-a315772fa35b" providerId="AD" clId="Web-{A906BCDE-D06E-25FD-ACE9-651D83CE90EC}" dt="2026-03-07T18:23:07.290" v="968"/>
          <pc:sldLayoutMkLst>
            <pc:docMk/>
            <pc:sldMasterMk cId="3864956942" sldId="2147483804"/>
            <pc:sldLayoutMk cId="5283326" sldId="2147483810"/>
          </pc:sldLayoutMkLst>
        </pc:sldLayoutChg>
        <pc:sldLayoutChg chg="add mod replId">
          <pc:chgData name="RASINGOLLA W M S N K it22309860" userId="S::it22309860@my.sliit.lk::506a4da9-671d-4234-b266-a315772fa35b" providerId="AD" clId="Web-{A906BCDE-D06E-25FD-ACE9-651D83CE90EC}" dt="2026-03-07T18:23:07.290" v="968"/>
          <pc:sldLayoutMkLst>
            <pc:docMk/>
            <pc:sldMasterMk cId="3864956942" sldId="2147483804"/>
            <pc:sldLayoutMk cId="88823536" sldId="2147483811"/>
          </pc:sldLayoutMkLst>
        </pc:sldLayoutChg>
        <pc:sldLayoutChg chg="add mod replId">
          <pc:chgData name="RASINGOLLA W M S N K it22309860" userId="S::it22309860@my.sliit.lk::506a4da9-671d-4234-b266-a315772fa35b" providerId="AD" clId="Web-{A906BCDE-D06E-25FD-ACE9-651D83CE90EC}" dt="2026-03-07T18:23:07.290" v="968"/>
          <pc:sldLayoutMkLst>
            <pc:docMk/>
            <pc:sldMasterMk cId="3864956942" sldId="2147483804"/>
            <pc:sldLayoutMk cId="1690670120" sldId="2147483812"/>
          </pc:sldLayoutMkLst>
        </pc:sldLayoutChg>
        <pc:sldLayoutChg chg="add mod replId">
          <pc:chgData name="RASINGOLLA W M S N K it22309860" userId="S::it22309860@my.sliit.lk::506a4da9-671d-4234-b266-a315772fa35b" providerId="AD" clId="Web-{A906BCDE-D06E-25FD-ACE9-651D83CE90EC}" dt="2026-03-07T18:23:07.290" v="968"/>
          <pc:sldLayoutMkLst>
            <pc:docMk/>
            <pc:sldMasterMk cId="3864956942" sldId="2147483804"/>
            <pc:sldLayoutMk cId="1092117461" sldId="2147483813"/>
          </pc:sldLayoutMkLst>
        </pc:sldLayoutChg>
        <pc:sldLayoutChg chg="add mod replId">
          <pc:chgData name="RASINGOLLA W M S N K it22309860" userId="S::it22309860@my.sliit.lk::506a4da9-671d-4234-b266-a315772fa35b" providerId="AD" clId="Web-{A906BCDE-D06E-25FD-ACE9-651D83CE90EC}" dt="2026-03-07T18:23:07.290" v="968"/>
          <pc:sldLayoutMkLst>
            <pc:docMk/>
            <pc:sldMasterMk cId="3864956942" sldId="2147483804"/>
            <pc:sldLayoutMk cId="498837824" sldId="2147483814"/>
          </pc:sldLayoutMkLst>
        </pc:sldLayoutChg>
        <pc:sldLayoutChg chg="add mod replId">
          <pc:chgData name="RASINGOLLA W M S N K it22309860" userId="S::it22309860@my.sliit.lk::506a4da9-671d-4234-b266-a315772fa35b" providerId="AD" clId="Web-{A906BCDE-D06E-25FD-ACE9-651D83CE90EC}" dt="2026-03-07T18:23:07.290" v="968"/>
          <pc:sldLayoutMkLst>
            <pc:docMk/>
            <pc:sldMasterMk cId="3864956942" sldId="2147483804"/>
            <pc:sldLayoutMk cId="4034095083" sldId="2147483815"/>
          </pc:sldLayoutMkLst>
        </pc:sldLayoutChg>
      </pc:sldMasterChg>
    </pc:docChg>
  </pc:docChgLst>
  <pc:docChgLst>
    <pc:chgData name="RASINGOLLA W M S N K it22309860" userId="S::it22309860@my.sliit.lk::506a4da9-671d-4234-b266-a315772fa35b" providerId="AD" clId="Web-{B576616B-792D-23E8-5115-5F1DAE647238}"/>
    <pc:docChg chg="modSld">
      <pc:chgData name="RASINGOLLA W M S N K it22309860" userId="S::it22309860@my.sliit.lk::506a4da9-671d-4234-b266-a315772fa35b" providerId="AD" clId="Web-{B576616B-792D-23E8-5115-5F1DAE647238}" dt="2026-03-08T16:34:15.558" v="0" actId="1076"/>
      <pc:docMkLst>
        <pc:docMk/>
      </pc:docMkLst>
      <pc:sldChg chg="modSp">
        <pc:chgData name="RASINGOLLA W M S N K it22309860" userId="S::it22309860@my.sliit.lk::506a4da9-671d-4234-b266-a315772fa35b" providerId="AD" clId="Web-{B576616B-792D-23E8-5115-5F1DAE647238}" dt="2026-03-08T16:34:15.558" v="0" actId="1076"/>
        <pc:sldMkLst>
          <pc:docMk/>
          <pc:sldMk cId="3029710010" sldId="257"/>
        </pc:sldMkLst>
        <pc:graphicFrameChg chg="mod">
          <ac:chgData name="RASINGOLLA W M S N K it22309860" userId="S::it22309860@my.sliit.lk::506a4da9-671d-4234-b266-a315772fa35b" providerId="AD" clId="Web-{B576616B-792D-23E8-5115-5F1DAE647238}" dt="2026-03-08T16:34:15.558" v="0" actId="1076"/>
          <ac:graphicFrameMkLst>
            <pc:docMk/>
            <pc:sldMk cId="3029710010" sldId="257"/>
            <ac:graphicFrameMk id="6" creationId="{338A74DC-2E6B-A736-692C-F6EC948881F6}"/>
          </ac:graphicFrameMkLst>
        </pc:graphicFrameChg>
      </pc:sldChg>
    </pc:docChg>
  </pc:docChgLst>
  <pc:docChgLst>
    <pc:chgData name="RASINGOLLA W M S N K it22309860" userId="S::it22309860@my.sliit.lk::506a4da9-671d-4234-b266-a315772fa35b" providerId="AD" clId="Web-{72835F0E-D672-EE82-1F6B-B8E62F0D878D}"/>
    <pc:docChg chg="delSld modSld">
      <pc:chgData name="RASINGOLLA W M S N K it22309860" userId="S::it22309860@my.sliit.lk::506a4da9-671d-4234-b266-a315772fa35b" providerId="AD" clId="Web-{72835F0E-D672-EE82-1F6B-B8E62F0D878D}" dt="2026-03-08T07:19:55.310" v="51" actId="1076"/>
      <pc:docMkLst>
        <pc:docMk/>
      </pc:docMkLst>
      <pc:sldChg chg="modSp">
        <pc:chgData name="RASINGOLLA W M S N K it22309860" userId="S::it22309860@my.sliit.lk::506a4da9-671d-4234-b266-a315772fa35b" providerId="AD" clId="Web-{72835F0E-D672-EE82-1F6B-B8E62F0D878D}" dt="2026-03-08T05:07:18.752" v="4" actId="20577"/>
        <pc:sldMkLst>
          <pc:docMk/>
          <pc:sldMk cId="109857222" sldId="256"/>
        </pc:sldMkLst>
        <pc:spChg chg="mod">
          <ac:chgData name="RASINGOLLA W M S N K it22309860" userId="S::it22309860@my.sliit.lk::506a4da9-671d-4234-b266-a315772fa35b" providerId="AD" clId="Web-{72835F0E-D672-EE82-1F6B-B8E62F0D878D}" dt="2026-03-08T05:07:18.752" v="4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">
        <pc:chgData name="RASINGOLLA W M S N K it22309860" userId="S::it22309860@my.sliit.lk::506a4da9-671d-4234-b266-a315772fa35b" providerId="AD" clId="Web-{72835F0E-D672-EE82-1F6B-B8E62F0D878D}" dt="2026-03-08T06:08:32.617" v="41" actId="1076"/>
        <pc:sldMkLst>
          <pc:docMk/>
          <pc:sldMk cId="4275511013" sldId="258"/>
        </pc:sldMkLst>
        <pc:spChg chg="mod">
          <ac:chgData name="RASINGOLLA W M S N K it22309860" userId="S::it22309860@my.sliit.lk::506a4da9-671d-4234-b266-a315772fa35b" providerId="AD" clId="Web-{72835F0E-D672-EE82-1F6B-B8E62F0D878D}" dt="2026-03-08T05:57:09.764" v="31" actId="1076"/>
          <ac:spMkLst>
            <pc:docMk/>
            <pc:sldMk cId="4275511013" sldId="258"/>
            <ac:spMk id="2" creationId="{79D54A40-AEF9-15BF-1989-DBC6451F5E90}"/>
          </ac:spMkLst>
        </pc:spChg>
        <pc:spChg chg="mod">
          <ac:chgData name="RASINGOLLA W M S N K it22309860" userId="S::it22309860@my.sliit.lk::506a4da9-671d-4234-b266-a315772fa35b" providerId="AD" clId="Web-{72835F0E-D672-EE82-1F6B-B8E62F0D878D}" dt="2026-03-08T05:57:09.764" v="32" actId="1076"/>
          <ac:spMkLst>
            <pc:docMk/>
            <pc:sldMk cId="4275511013" sldId="258"/>
            <ac:spMk id="6" creationId="{BF5FF753-114F-44BD-6E2B-4BBF1A5C360C}"/>
          </ac:spMkLst>
        </pc:spChg>
        <pc:spChg chg="add mod">
          <ac:chgData name="RASINGOLLA W M S N K it22309860" userId="S::it22309860@my.sliit.lk::506a4da9-671d-4234-b266-a315772fa35b" providerId="AD" clId="Web-{72835F0E-D672-EE82-1F6B-B8E62F0D878D}" dt="2026-03-08T05:57:09.780" v="33" actId="1076"/>
          <ac:spMkLst>
            <pc:docMk/>
            <pc:sldMk cId="4275511013" sldId="258"/>
            <ac:spMk id="8" creationId="{BC431BC0-595C-16F6-9795-C41BB590E200}"/>
          </ac:spMkLst>
        </pc:spChg>
        <pc:spChg chg="add del mod">
          <ac:chgData name="RASINGOLLA W M S N K it22309860" userId="S::it22309860@my.sliit.lk::506a4da9-671d-4234-b266-a315772fa35b" providerId="AD" clId="Web-{72835F0E-D672-EE82-1F6B-B8E62F0D878D}" dt="2026-03-08T06:03:48.471" v="37"/>
          <ac:spMkLst>
            <pc:docMk/>
            <pc:sldMk cId="4275511013" sldId="258"/>
            <ac:spMk id="9" creationId="{5AAABC5B-ED71-219B-7098-4C0A66EF2014}"/>
          </ac:spMkLst>
        </pc:spChg>
        <pc:picChg chg="add del mod">
          <ac:chgData name="RASINGOLLA W M S N K it22309860" userId="S::it22309860@my.sliit.lk::506a4da9-671d-4234-b266-a315772fa35b" providerId="AD" clId="Web-{72835F0E-D672-EE82-1F6B-B8E62F0D878D}" dt="2026-03-08T05:51:44.655" v="14"/>
          <ac:picMkLst>
            <pc:docMk/>
            <pc:sldMk cId="4275511013" sldId="258"/>
            <ac:picMk id="3" creationId="{0963EDD5-DF9F-011A-961F-D2D5BEA03A7B}"/>
          </ac:picMkLst>
        </pc:picChg>
        <pc:picChg chg="del">
          <ac:chgData name="RASINGOLLA W M S N K it22309860" userId="S::it22309860@my.sliit.lk::506a4da9-671d-4234-b266-a315772fa35b" providerId="AD" clId="Web-{72835F0E-D672-EE82-1F6B-B8E62F0D878D}" dt="2026-03-08T05:06:54.517" v="0"/>
          <ac:picMkLst>
            <pc:docMk/>
            <pc:sldMk cId="4275511013" sldId="258"/>
            <ac:picMk id="5" creationId="{19587954-FDD1-D57C-DA2D-5C93081C42AC}"/>
          </ac:picMkLst>
        </pc:picChg>
        <pc:picChg chg="add del mod">
          <ac:chgData name="RASINGOLLA W M S N K it22309860" userId="S::it22309860@my.sliit.lk::506a4da9-671d-4234-b266-a315772fa35b" providerId="AD" clId="Web-{72835F0E-D672-EE82-1F6B-B8E62F0D878D}" dt="2026-03-08T06:03:21.720" v="34"/>
          <ac:picMkLst>
            <pc:docMk/>
            <pc:sldMk cId="4275511013" sldId="258"/>
            <ac:picMk id="5" creationId="{AB566D44-3211-5ABE-C37C-A634B8B4BE5F}"/>
          </ac:picMkLst>
        </pc:picChg>
        <pc:picChg chg="add mod">
          <ac:chgData name="RASINGOLLA W M S N K it22309860" userId="S::it22309860@my.sliit.lk::506a4da9-671d-4234-b266-a315772fa35b" providerId="AD" clId="Web-{72835F0E-D672-EE82-1F6B-B8E62F0D878D}" dt="2026-03-08T06:08:32.617" v="41" actId="1076"/>
          <ac:picMkLst>
            <pc:docMk/>
            <pc:sldMk cId="4275511013" sldId="258"/>
            <ac:picMk id="10" creationId="{30E2C778-2CE3-3486-C6AE-8D2B7B1B9671}"/>
          </ac:picMkLst>
        </pc:picChg>
      </pc:sldChg>
      <pc:sldChg chg="addSp delSp modSp mod modClrScheme chgLayout">
        <pc:chgData name="RASINGOLLA W M S N K it22309860" userId="S::it22309860@my.sliit.lk::506a4da9-671d-4234-b266-a315772fa35b" providerId="AD" clId="Web-{72835F0E-D672-EE82-1F6B-B8E62F0D878D}" dt="2026-03-08T07:19:55.310" v="51" actId="1076"/>
        <pc:sldMkLst>
          <pc:docMk/>
          <pc:sldMk cId="4213347913" sldId="260"/>
        </pc:sldMkLst>
        <pc:spChg chg="mod ord">
          <ac:chgData name="RASINGOLLA W M S N K it22309860" userId="S::it22309860@my.sliit.lk::506a4da9-671d-4234-b266-a315772fa35b" providerId="AD" clId="Web-{72835F0E-D672-EE82-1F6B-B8E62F0D878D}" dt="2026-03-08T07:19:55.310" v="51" actId="1076"/>
          <ac:spMkLst>
            <pc:docMk/>
            <pc:sldMk cId="4213347913" sldId="260"/>
            <ac:spMk id="2" creationId="{84DFF0C9-7E0D-715E-40C2-1BB1D5A91E00}"/>
          </ac:spMkLst>
        </pc:spChg>
        <pc:spChg chg="mod ord">
          <ac:chgData name="RASINGOLLA W M S N K it22309860" userId="S::it22309860@my.sliit.lk::506a4da9-671d-4234-b266-a315772fa35b" providerId="AD" clId="Web-{72835F0E-D672-EE82-1F6B-B8E62F0D878D}" dt="2026-03-08T07:19:31.310" v="49"/>
          <ac:spMkLst>
            <pc:docMk/>
            <pc:sldMk cId="4213347913" sldId="260"/>
            <ac:spMk id="4" creationId="{C6A68225-6B40-5969-664C-8A082AF4393B}"/>
          </ac:spMkLst>
        </pc:spChg>
        <pc:spChg chg="del mod ord">
          <ac:chgData name="RASINGOLLA W M S N K it22309860" userId="S::it22309860@my.sliit.lk::506a4da9-671d-4234-b266-a315772fa35b" providerId="AD" clId="Web-{72835F0E-D672-EE82-1F6B-B8E62F0D878D}" dt="2026-03-08T07:19:37.232" v="50"/>
          <ac:spMkLst>
            <pc:docMk/>
            <pc:sldMk cId="4213347913" sldId="260"/>
            <ac:spMk id="5" creationId="{CEEE5BBC-7DD5-3FAF-1453-24B36363804D}"/>
          </ac:spMkLst>
        </pc:spChg>
        <pc:spChg chg="del">
          <ac:chgData name="RASINGOLLA W M S N K it22309860" userId="S::it22309860@my.sliit.lk::506a4da9-671d-4234-b266-a315772fa35b" providerId="AD" clId="Web-{72835F0E-D672-EE82-1F6B-B8E62F0D878D}" dt="2026-03-08T07:19:18.919" v="48"/>
          <ac:spMkLst>
            <pc:docMk/>
            <pc:sldMk cId="4213347913" sldId="260"/>
            <ac:spMk id="6" creationId="{2C591732-1593-E114-0984-2A2B6A8C9C05}"/>
          </ac:spMkLst>
        </pc:spChg>
        <pc:spChg chg="add del mod">
          <ac:chgData name="RASINGOLLA W M S N K it22309860" userId="S::it22309860@my.sliit.lk::506a4da9-671d-4234-b266-a315772fa35b" providerId="AD" clId="Web-{72835F0E-D672-EE82-1F6B-B8E62F0D878D}" dt="2026-03-08T07:19:31.310" v="49"/>
          <ac:spMkLst>
            <pc:docMk/>
            <pc:sldMk cId="4213347913" sldId="260"/>
            <ac:spMk id="7" creationId="{D60E8464-E651-3CEE-5905-1E921CB0B4E1}"/>
          </ac:spMkLst>
        </pc:spChg>
        <pc:spChg chg="mod ord">
          <ac:chgData name="RASINGOLLA W M S N K it22309860" userId="S::it22309860@my.sliit.lk::506a4da9-671d-4234-b266-a315772fa35b" providerId="AD" clId="Web-{72835F0E-D672-EE82-1F6B-B8E62F0D878D}" dt="2026-03-08T07:19:31.310" v="49"/>
          <ac:spMkLst>
            <pc:docMk/>
            <pc:sldMk cId="4213347913" sldId="260"/>
            <ac:spMk id="23" creationId="{28C72C38-C6F3-C5F0-0235-39BE1FE1EF03}"/>
          </ac:spMkLst>
        </pc:spChg>
        <pc:spChg chg="mod ord">
          <ac:chgData name="RASINGOLLA W M S N K it22309860" userId="S::it22309860@my.sliit.lk::506a4da9-671d-4234-b266-a315772fa35b" providerId="AD" clId="Web-{72835F0E-D672-EE82-1F6B-B8E62F0D878D}" dt="2026-03-08T07:19:31.310" v="49"/>
          <ac:spMkLst>
            <pc:docMk/>
            <pc:sldMk cId="4213347913" sldId="260"/>
            <ac:spMk id="24" creationId="{DE84DD57-42A7-BEFE-65EF-9628A59FA784}"/>
          </ac:spMkLst>
        </pc:spChg>
        <pc:spChg chg="add mod ord">
          <ac:chgData name="RASINGOLLA W M S N K it22309860" userId="S::it22309860@my.sliit.lk::506a4da9-671d-4234-b266-a315772fa35b" providerId="AD" clId="Web-{72835F0E-D672-EE82-1F6B-B8E62F0D878D}" dt="2026-03-08T07:19:31.310" v="49"/>
          <ac:spMkLst>
            <pc:docMk/>
            <pc:sldMk cId="4213347913" sldId="260"/>
            <ac:spMk id="57" creationId="{2EFB593E-9AAD-BBD3-A2E9-47C6F80F0CAA}"/>
          </ac:spMkLst>
        </pc:spChg>
        <pc:graphicFrameChg chg="del">
          <ac:chgData name="RASINGOLLA W M S N K it22309860" userId="S::it22309860@my.sliit.lk::506a4da9-671d-4234-b266-a315772fa35b" providerId="AD" clId="Web-{72835F0E-D672-EE82-1F6B-B8E62F0D878D}" dt="2026-03-08T06:12:32.468" v="43"/>
          <ac:graphicFrameMkLst>
            <pc:docMk/>
            <pc:sldMk cId="4213347913" sldId="260"/>
            <ac:graphicFrameMk id="22" creationId="{55AE8F68-70B6-DDBF-D6C2-AADA4037E8EE}"/>
          </ac:graphicFrameMkLst>
        </pc:graphicFrameChg>
      </pc:sldChg>
      <pc:sldChg chg="modSp del">
        <pc:chgData name="RASINGOLLA W M S N K it22309860" userId="S::it22309860@my.sliit.lk::506a4da9-671d-4234-b266-a315772fa35b" providerId="AD" clId="Web-{72835F0E-D672-EE82-1F6B-B8E62F0D878D}" dt="2026-03-08T06:08:42.633" v="42"/>
        <pc:sldMkLst>
          <pc:docMk/>
          <pc:sldMk cId="1697759936" sldId="265"/>
        </pc:sldMkLst>
        <pc:spChg chg="mod">
          <ac:chgData name="RASINGOLLA W M S N K it22309860" userId="S::it22309860@my.sliit.lk::506a4da9-671d-4234-b266-a315772fa35b" providerId="AD" clId="Web-{72835F0E-D672-EE82-1F6B-B8E62F0D878D}" dt="2026-03-08T05:07:03.767" v="2" actId="1076"/>
          <ac:spMkLst>
            <pc:docMk/>
            <pc:sldMk cId="1697759936" sldId="265"/>
            <ac:spMk id="132" creationId="{853FDB45-AD93-F439-BCFF-78578C5E006C}"/>
          </ac:spMkLst>
        </pc:spChg>
        <pc:picChg chg="mod">
          <ac:chgData name="RASINGOLLA W M S N K it22309860" userId="S::it22309860@my.sliit.lk::506a4da9-671d-4234-b266-a315772fa35b" providerId="AD" clId="Web-{72835F0E-D672-EE82-1F6B-B8E62F0D878D}" dt="2026-03-08T05:07:07.970" v="3" actId="14100"/>
          <ac:picMkLst>
            <pc:docMk/>
            <pc:sldMk cId="1697759936" sldId="265"/>
            <ac:picMk id="3" creationId="{60F5DBAE-B90C-8315-6A87-63468608CBC6}"/>
          </ac:picMkLst>
        </pc:picChg>
      </pc:sldChg>
    </pc:docChg>
  </pc:docChgLst>
  <pc:docChgLst>
    <pc:chgData name="RASINGOLLA W M S N K it22309860" userId="S::it22309860@my.sliit.lk::506a4da9-671d-4234-b266-a315772fa35b" providerId="AD" clId="Web-{5CFCB120-84C5-A328-CE4A-DF639B81B84C}"/>
    <pc:docChg chg="mod addSld modSld modMainMaster">
      <pc:chgData name="RASINGOLLA W M S N K it22309860" userId="S::it22309860@my.sliit.lk::506a4da9-671d-4234-b266-a315772fa35b" providerId="AD" clId="Web-{5CFCB120-84C5-A328-CE4A-DF639B81B84C}" dt="2026-03-08T03:27:17.639" v="75" actId="1076"/>
      <pc:docMkLst>
        <pc:docMk/>
      </pc:docMkLst>
      <pc:sldChg chg="addSp delSp modSp">
        <pc:chgData name="RASINGOLLA W M S N K it22309860" userId="S::it22309860@my.sliit.lk::506a4da9-671d-4234-b266-a315772fa35b" providerId="AD" clId="Web-{5CFCB120-84C5-A328-CE4A-DF639B81B84C}" dt="2026-03-08T03:04:02.545" v="44"/>
        <pc:sldMkLst>
          <pc:docMk/>
          <pc:sldMk cId="109857222" sldId="256"/>
        </pc:sldMkLst>
        <pc:spChg chg="mod">
          <ac:chgData name="RASINGOLLA W M S N K it22309860" userId="S::it22309860@my.sliit.lk::506a4da9-671d-4234-b266-a315772fa35b" providerId="AD" clId="Web-{5CFCB120-84C5-A328-CE4A-DF639B81B84C}" dt="2026-03-08T03:02:31.666" v="35" actId="1410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RASINGOLLA W M S N K it22309860" userId="S::it22309860@my.sliit.lk::506a4da9-671d-4234-b266-a315772fa35b" providerId="AD" clId="Web-{5CFCB120-84C5-A328-CE4A-DF639B81B84C}" dt="2026-03-08T03:02:37.182" v="36" actId="1076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RASINGOLLA W M S N K it22309860" userId="S::it22309860@my.sliit.lk::506a4da9-671d-4234-b266-a315772fa35b" providerId="AD" clId="Web-{5CFCB120-84C5-A328-CE4A-DF639B81B84C}" dt="2026-03-08T03:03:55.545" v="41"/>
          <ac:spMkLst>
            <pc:docMk/>
            <pc:sldMk cId="109857222" sldId="256"/>
            <ac:spMk id="13" creationId="{313A0CFD-6B0E-631C-E547-8B5101A69A86}"/>
          </ac:spMkLst>
        </pc:spChg>
        <pc:spChg chg="add del mod">
          <ac:chgData name="RASINGOLLA W M S N K it22309860" userId="S::it22309860@my.sliit.lk::506a4da9-671d-4234-b266-a315772fa35b" providerId="AD" clId="Web-{5CFCB120-84C5-A328-CE4A-DF639B81B84C}" dt="2026-03-08T03:03:55.545" v="41"/>
          <ac:spMkLst>
            <pc:docMk/>
            <pc:sldMk cId="109857222" sldId="256"/>
            <ac:spMk id="14" creationId="{677B599C-8D13-3754-CD03-EB6299B33BA8}"/>
          </ac:spMkLst>
        </pc:spChg>
        <pc:spChg chg="add mod">
          <ac:chgData name="RASINGOLLA W M S N K it22309860" userId="S::it22309860@my.sliit.lk::506a4da9-671d-4234-b266-a315772fa35b" providerId="AD" clId="Web-{5CFCB120-84C5-A328-CE4A-DF639B81B84C}" dt="2026-03-08T03:03:59.108" v="42"/>
          <ac:spMkLst>
            <pc:docMk/>
            <pc:sldMk cId="109857222" sldId="256"/>
            <ac:spMk id="15" creationId="{4EAC7F06-D802-618A-D4A2-3D96FDE7D886}"/>
          </ac:spMkLst>
        </pc:spChg>
        <pc:spChg chg="add mod">
          <ac:chgData name="RASINGOLLA W M S N K it22309860" userId="S::it22309860@my.sliit.lk::506a4da9-671d-4234-b266-a315772fa35b" providerId="AD" clId="Web-{5CFCB120-84C5-A328-CE4A-DF639B81B84C}" dt="2026-03-08T03:04:02.545" v="44"/>
          <ac:spMkLst>
            <pc:docMk/>
            <pc:sldMk cId="109857222" sldId="256"/>
            <ac:spMk id="16" creationId="{18ECE0E9-96F5-F079-299B-B380A7083F5B}"/>
          </ac:spMkLst>
        </pc:spChg>
        <pc:spChg chg="add del">
          <ac:chgData name="RASINGOLLA W M S N K it22309860" userId="S::it22309860@my.sliit.lk::506a4da9-671d-4234-b266-a315772fa35b" providerId="AD" clId="Web-{5CFCB120-84C5-A328-CE4A-DF639B81B84C}" dt="2026-03-08T03:01:50.571" v="33"/>
          <ac:spMkLst>
            <pc:docMk/>
            <pc:sldMk cId="109857222" sldId="256"/>
            <ac:spMk id="140" creationId="{ECC07320-C2CA-4E29-8481-9D9E143C7788}"/>
          </ac:spMkLst>
        </pc:spChg>
        <pc:spChg chg="add del">
          <ac:chgData name="RASINGOLLA W M S N K it22309860" userId="S::it22309860@my.sliit.lk::506a4da9-671d-4234-b266-a315772fa35b" providerId="AD" clId="Web-{5CFCB120-84C5-A328-CE4A-DF639B81B84C}" dt="2026-03-08T03:01:50.571" v="33"/>
          <ac:spMkLst>
            <pc:docMk/>
            <pc:sldMk cId="109857222" sldId="256"/>
            <ac:spMk id="141" creationId="{178FB36B-5BFE-42CA-BC60-1115E0D95EEC}"/>
          </ac:spMkLst>
        </pc:spChg>
        <pc:spChg chg="add del">
          <ac:chgData name="RASINGOLLA W M S N K it22309860" userId="S::it22309860@my.sliit.lk::506a4da9-671d-4234-b266-a315772fa35b" providerId="AD" clId="Web-{5CFCB120-84C5-A328-CE4A-DF639B81B84C}" dt="2026-03-08T03:01:50.571" v="32"/>
          <ac:spMkLst>
            <pc:docMk/>
            <pc:sldMk cId="109857222" sldId="256"/>
            <ac:spMk id="146" creationId="{ECC07320-C2CA-4E29-8481-9D9E143C7788}"/>
          </ac:spMkLst>
        </pc:spChg>
        <pc:spChg chg="add del">
          <ac:chgData name="RASINGOLLA W M S N K it22309860" userId="S::it22309860@my.sliit.lk::506a4da9-671d-4234-b266-a315772fa35b" providerId="AD" clId="Web-{5CFCB120-84C5-A328-CE4A-DF639B81B84C}" dt="2026-03-08T03:01:50.571" v="32"/>
          <ac:spMkLst>
            <pc:docMk/>
            <pc:sldMk cId="109857222" sldId="256"/>
            <ac:spMk id="148" creationId="{178FB36B-5BFE-42CA-BC60-1115E0D95EEC}"/>
          </ac:spMkLst>
        </pc:spChg>
        <pc:spChg chg="add">
          <ac:chgData name="RASINGOLLA W M S N K it22309860" userId="S::it22309860@my.sliit.lk::506a4da9-671d-4234-b266-a315772fa35b" providerId="AD" clId="Web-{5CFCB120-84C5-A328-CE4A-DF639B81B84C}" dt="2026-03-08T03:01:50.571" v="33"/>
          <ac:spMkLst>
            <pc:docMk/>
            <pc:sldMk cId="109857222" sldId="256"/>
            <ac:spMk id="150" creationId="{06DA9DF9-31F7-4056-B42E-878CC92417B8}"/>
          </ac:spMkLst>
        </pc:spChg>
        <pc:picChg chg="mod ord">
          <ac:chgData name="RASINGOLLA W M S N K it22309860" userId="S::it22309860@my.sliit.lk::506a4da9-671d-4234-b266-a315772fa35b" providerId="AD" clId="Web-{5CFCB120-84C5-A328-CE4A-DF639B81B84C}" dt="2026-03-08T03:01:50.571" v="33"/>
          <ac:picMkLst>
            <pc:docMk/>
            <pc:sldMk cId="109857222" sldId="256"/>
            <ac:picMk id="5" creationId="{405C0CF0-0E0C-4440-040B-8522BB9B934C}"/>
          </ac:picMkLst>
        </pc:picChg>
        <pc:picChg chg="add del mod">
          <ac:chgData name="RASINGOLLA W M S N K it22309860" userId="S::it22309860@my.sliit.lk::506a4da9-671d-4234-b266-a315772fa35b" providerId="AD" clId="Web-{5CFCB120-84C5-A328-CE4A-DF639B81B84C}" dt="2026-03-08T03:01:11.600" v="30"/>
          <ac:picMkLst>
            <pc:docMk/>
            <pc:sldMk cId="109857222" sldId="256"/>
            <ac:picMk id="6" creationId="{9EC66AA8-90B1-81ED-DAA9-CAFA9F9D30D4}"/>
          </ac:picMkLst>
        </pc:picChg>
        <pc:picChg chg="add del">
          <ac:chgData name="RASINGOLLA W M S N K it22309860" userId="S::it22309860@my.sliit.lk::506a4da9-671d-4234-b266-a315772fa35b" providerId="AD" clId="Web-{5CFCB120-84C5-A328-CE4A-DF639B81B84C}" dt="2026-03-08T03:00:11.455" v="27"/>
          <ac:picMkLst>
            <pc:docMk/>
            <pc:sldMk cId="109857222" sldId="256"/>
            <ac:picMk id="8" creationId="{B6451154-B0DC-303F-5639-0BEC5AD54EEF}"/>
          </ac:picMkLst>
        </pc:picChg>
        <pc:picChg chg="add del mod">
          <ac:chgData name="RASINGOLLA W M S N K it22309860" userId="S::it22309860@my.sliit.lk::506a4da9-671d-4234-b266-a315772fa35b" providerId="AD" clId="Web-{5CFCB120-84C5-A328-CE4A-DF639B81B84C}" dt="2026-03-08T03:00:08.486" v="26"/>
          <ac:picMkLst>
            <pc:docMk/>
            <pc:sldMk cId="109857222" sldId="256"/>
            <ac:picMk id="10" creationId="{C95CFA9C-034F-6FF6-722F-213CB321274F}"/>
          </ac:picMkLst>
        </pc:picChg>
        <pc:picChg chg="add">
          <ac:chgData name="RASINGOLLA W M S N K it22309860" userId="S::it22309860@my.sliit.lk::506a4da9-671d-4234-b266-a315772fa35b" providerId="AD" clId="Web-{5CFCB120-84C5-A328-CE4A-DF639B81B84C}" dt="2026-03-08T03:02:41.948" v="37"/>
          <ac:picMkLst>
            <pc:docMk/>
            <pc:sldMk cId="109857222" sldId="256"/>
            <ac:picMk id="12" creationId="{E3B1B993-9DFC-22B8-C17C-FBF0B84EEAA5}"/>
          </ac:picMkLst>
        </pc:picChg>
      </pc:sldChg>
      <pc:sldChg chg="addSp delSp modSp">
        <pc:chgData name="RASINGOLLA W M S N K it22309860" userId="S::it22309860@my.sliit.lk::506a4da9-671d-4234-b266-a315772fa35b" providerId="AD" clId="Web-{5CFCB120-84C5-A328-CE4A-DF639B81B84C}" dt="2026-03-08T03:04:04.420" v="45"/>
        <pc:sldMkLst>
          <pc:docMk/>
          <pc:sldMk cId="3029710010" sldId="257"/>
        </pc:sldMkLst>
        <pc:spChg chg="mod">
          <ac:chgData name="RASINGOLLA W M S N K it22309860" userId="S::it22309860@my.sliit.lk::506a4da9-671d-4234-b266-a315772fa35b" providerId="AD" clId="Web-{5CFCB120-84C5-A328-CE4A-DF639B81B84C}" dt="2026-03-08T02:58:06.927" v="12" actId="1076"/>
          <ac:spMkLst>
            <pc:docMk/>
            <pc:sldMk cId="3029710010" sldId="257"/>
            <ac:spMk id="3" creationId="{DBA19BB4-1445-CA27-47F0-49E64B9F4C5D}"/>
          </ac:spMkLst>
        </pc:spChg>
        <pc:spChg chg="add 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k cId="3029710010" sldId="257"/>
            <ac:spMk id="32" creationId="{1E73A4E8-A6FE-CE08-776E-69BD26A769D8}"/>
          </ac:spMkLst>
        </pc:spChg>
        <pc:spChg chg="add 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k cId="3029710010" sldId="257"/>
            <ac:spMk id="33" creationId="{2DC125AC-8FEE-1346-F568-C0C355150367}"/>
          </ac:spMkLst>
        </pc:spChg>
        <pc:graphicFrameChg chg="mod">
          <ac:chgData name="RASINGOLLA W M S N K it22309860" userId="S::it22309860@my.sliit.lk::506a4da9-671d-4234-b266-a315772fa35b" providerId="AD" clId="Web-{5CFCB120-84C5-A328-CE4A-DF639B81B84C}" dt="2026-03-08T02:58:13.131" v="13" actId="1076"/>
          <ac:graphicFrameMkLst>
            <pc:docMk/>
            <pc:sldMk cId="3029710010" sldId="257"/>
            <ac:graphicFrameMk id="6" creationId="{338A74DC-2E6B-A736-692C-F6EC948881F6}"/>
          </ac:graphicFrameMkLst>
        </pc:graphicFrameChg>
        <pc:picChg chg="add mod">
          <ac:chgData name="RASINGOLLA W M S N K it22309860" userId="S::it22309860@my.sliit.lk::506a4da9-671d-4234-b266-a315772fa35b" providerId="AD" clId="Web-{5CFCB120-84C5-A328-CE4A-DF639B81B84C}" dt="2026-03-08T02:58:39.775" v="19" actId="1076"/>
          <ac:picMkLst>
            <pc:docMk/>
            <pc:sldMk cId="3029710010" sldId="257"/>
            <ac:picMk id="17" creationId="{C9B5CC91-6A9E-B567-96E0-0A4815C94440}"/>
          </ac:picMkLst>
        </pc:picChg>
        <pc:picChg chg="add del mod">
          <ac:chgData name="RASINGOLLA W M S N K it22309860" userId="S::it22309860@my.sliit.lk::506a4da9-671d-4234-b266-a315772fa35b" providerId="AD" clId="Web-{5CFCB120-84C5-A328-CE4A-DF639B81B84C}" dt="2026-03-08T02:58:56.995" v="21"/>
          <ac:picMkLst>
            <pc:docMk/>
            <pc:sldMk cId="3029710010" sldId="257"/>
            <ac:picMk id="19" creationId="{EC4880B3-C54D-6409-F997-84E0F9B5EC91}"/>
          </ac:picMkLst>
        </pc:picChg>
      </pc:sldChg>
      <pc:sldChg chg="addSp delSp modSp">
        <pc:chgData name="RASINGOLLA W M S N K it22309860" userId="S::it22309860@my.sliit.lk::506a4da9-671d-4234-b266-a315772fa35b" providerId="AD" clId="Web-{5CFCB120-84C5-A328-CE4A-DF639B81B84C}" dt="2026-03-08T03:27:17.639" v="75" actId="1076"/>
        <pc:sldMkLst>
          <pc:docMk/>
          <pc:sldMk cId="4275511013" sldId="258"/>
        </pc:sldMkLst>
        <pc:spChg chg="mod">
          <ac:chgData name="RASINGOLLA W M S N K it22309860" userId="S::it22309860@my.sliit.lk::506a4da9-671d-4234-b266-a315772fa35b" providerId="AD" clId="Web-{5CFCB120-84C5-A328-CE4A-DF639B81B84C}" dt="2026-03-08T03:27:17.639" v="75" actId="1076"/>
          <ac:spMkLst>
            <pc:docMk/>
            <pc:sldMk cId="4275511013" sldId="258"/>
            <ac:spMk id="2" creationId="{79D54A40-AEF9-15BF-1989-DBC6451F5E90}"/>
          </ac:spMkLst>
        </pc:spChg>
        <pc:spChg chg="add 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k cId="4275511013" sldId="258"/>
            <ac:spMk id="6" creationId="{BF5FF753-114F-44BD-6E2B-4BBF1A5C360C}"/>
          </ac:spMkLst>
        </pc:spChg>
        <pc:spChg chg="add 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k cId="4275511013" sldId="258"/>
            <ac:spMk id="7" creationId="{290B9BEB-B325-2C97-306F-A12E5BEF992C}"/>
          </ac:spMkLst>
        </pc:spChg>
        <pc:spChg chg="add del mod">
          <ac:chgData name="RASINGOLLA W M S N K it22309860" userId="S::it22309860@my.sliit.lk::506a4da9-671d-4234-b266-a315772fa35b" providerId="AD" clId="Web-{5CFCB120-84C5-A328-CE4A-DF639B81B84C}" dt="2026-03-08T03:24:59.210" v="65"/>
          <ac:spMkLst>
            <pc:docMk/>
            <pc:sldMk cId="4275511013" sldId="258"/>
            <ac:spMk id="9" creationId="{FF3CC574-2CA9-9608-1C4B-0851E008D6E4}"/>
          </ac:spMkLst>
        </pc:spChg>
        <pc:spChg chg="del">
          <ac:chgData name="RASINGOLLA W M S N K it22309860" userId="S::it22309860@my.sliit.lk::506a4da9-671d-4234-b266-a315772fa35b" providerId="AD" clId="Web-{5CFCB120-84C5-A328-CE4A-DF639B81B84C}" dt="2026-03-08T03:24:37.334" v="60"/>
          <ac:spMkLst>
            <pc:docMk/>
            <pc:sldMk cId="4275511013" sldId="258"/>
            <ac:spMk id="132" creationId="{D910B3E3-8159-D188-A0FD-83320F7C65C2}"/>
          </ac:spMkLst>
        </pc:spChg>
        <pc:picChg chg="add del mod">
          <ac:chgData name="RASINGOLLA W M S N K it22309860" userId="S::it22309860@my.sliit.lk::506a4da9-671d-4234-b266-a315772fa35b" providerId="AD" clId="Web-{5CFCB120-84C5-A328-CE4A-DF639B81B84C}" dt="2026-03-08T03:26:25.779" v="67"/>
          <ac:picMkLst>
            <pc:docMk/>
            <pc:sldMk cId="4275511013" sldId="258"/>
            <ac:picMk id="3" creationId="{C6B21A76-B98B-0ABB-EA83-9FAB54AAAFCD}"/>
          </ac:picMkLst>
        </pc:picChg>
        <pc:picChg chg="add del mod">
          <ac:chgData name="RASINGOLLA W M S N K it22309860" userId="S::it22309860@my.sliit.lk::506a4da9-671d-4234-b266-a315772fa35b" providerId="AD" clId="Web-{5CFCB120-84C5-A328-CE4A-DF639B81B84C}" dt="2026-03-08T02:57:25.063" v="8"/>
          <ac:picMkLst>
            <pc:docMk/>
            <pc:sldMk cId="4275511013" sldId="258"/>
            <ac:picMk id="3" creationId="{F4C89BCF-2DAF-8497-260D-10BB3CD70E60}"/>
          </ac:picMkLst>
        </pc:picChg>
        <pc:picChg chg="add mod">
          <ac:chgData name="RASINGOLLA W M S N K it22309860" userId="S::it22309860@my.sliit.lk::506a4da9-671d-4234-b266-a315772fa35b" providerId="AD" clId="Web-{5CFCB120-84C5-A328-CE4A-DF639B81B84C}" dt="2026-03-08T03:27:06.686" v="72" actId="1076"/>
          <ac:picMkLst>
            <pc:docMk/>
            <pc:sldMk cId="4275511013" sldId="258"/>
            <ac:picMk id="5" creationId="{19587954-FDD1-D57C-DA2D-5C93081C42AC}"/>
          </ac:picMkLst>
        </pc:picChg>
        <pc:picChg chg="add del mod">
          <ac:chgData name="RASINGOLLA W M S N K it22309860" userId="S::it22309860@my.sliit.lk::506a4da9-671d-4234-b266-a315772fa35b" providerId="AD" clId="Web-{5CFCB120-84C5-A328-CE4A-DF639B81B84C}" dt="2026-03-08T03:23:48.849" v="54"/>
          <ac:picMkLst>
            <pc:docMk/>
            <pc:sldMk cId="4275511013" sldId="258"/>
            <ac:picMk id="5" creationId="{824F0EB7-66A0-0927-E19A-B38299C54082}"/>
          </ac:picMkLst>
        </pc:picChg>
        <pc:picChg chg="del mod">
          <ac:chgData name="RASINGOLLA W M S N K it22309860" userId="S::it22309860@my.sliit.lk::506a4da9-671d-4234-b266-a315772fa35b" providerId="AD" clId="Web-{5CFCB120-84C5-A328-CE4A-DF639B81B84C}" dt="2026-03-08T02:55:43.715" v="2"/>
          <ac:picMkLst>
            <pc:docMk/>
            <pc:sldMk cId="4275511013" sldId="258"/>
            <ac:picMk id="23" creationId="{2EC886A1-9A64-1BC7-1C98-1400400FB3A0}"/>
          </ac:picMkLst>
        </pc:picChg>
      </pc:sldChg>
      <pc:sldChg chg="addSp modSp">
        <pc:chgData name="RASINGOLLA W M S N K it22309860" userId="S::it22309860@my.sliit.lk::506a4da9-671d-4234-b266-a315772fa35b" providerId="AD" clId="Web-{5CFCB120-84C5-A328-CE4A-DF639B81B84C}" dt="2026-03-08T03:04:04.420" v="45"/>
        <pc:sldMkLst>
          <pc:docMk/>
          <pc:sldMk cId="3129870562" sldId="259"/>
        </pc:sldMkLst>
        <pc:spChg chg="add 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k cId="3129870562" sldId="259"/>
            <ac:spMk id="2" creationId="{21716EE5-5580-F034-F95A-F1521967013C}"/>
          </ac:spMkLst>
        </pc:spChg>
        <pc:spChg chg="add 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k cId="3129870562" sldId="259"/>
            <ac:spMk id="5" creationId="{66FAA295-8B5D-6898-2A3E-872DE0E82D73}"/>
          </ac:spMkLst>
        </pc:spChg>
      </pc:sldChg>
      <pc:sldChg chg="addSp modSp">
        <pc:chgData name="RASINGOLLA W M S N K it22309860" userId="S::it22309860@my.sliit.lk::506a4da9-671d-4234-b266-a315772fa35b" providerId="AD" clId="Web-{5CFCB120-84C5-A328-CE4A-DF639B81B84C}" dt="2026-03-08T03:04:04.420" v="45"/>
        <pc:sldMkLst>
          <pc:docMk/>
          <pc:sldMk cId="4213347913" sldId="260"/>
        </pc:sldMkLst>
        <pc:spChg chg="add 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k cId="4213347913" sldId="260"/>
            <ac:spMk id="23" creationId="{28C72C38-C6F3-C5F0-0235-39BE1FE1EF03}"/>
          </ac:spMkLst>
        </pc:spChg>
        <pc:spChg chg="add 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k cId="4213347913" sldId="260"/>
            <ac:spMk id="24" creationId="{DE84DD57-42A7-BEFE-65EF-9628A59FA784}"/>
          </ac:spMkLst>
        </pc:spChg>
      </pc:sldChg>
      <pc:sldChg chg="addSp modSp">
        <pc:chgData name="RASINGOLLA W M S N K it22309860" userId="S::it22309860@my.sliit.lk::506a4da9-671d-4234-b266-a315772fa35b" providerId="AD" clId="Web-{5CFCB120-84C5-A328-CE4A-DF639B81B84C}" dt="2026-03-08T03:04:04.420" v="45"/>
        <pc:sldMkLst>
          <pc:docMk/>
          <pc:sldMk cId="4198527399" sldId="261"/>
        </pc:sldMkLst>
        <pc:spChg chg="add 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k cId="4198527399" sldId="261"/>
            <ac:spMk id="16" creationId="{50FA9BB3-760F-38B7-87AC-D09E9EED3372}"/>
          </ac:spMkLst>
        </pc:spChg>
        <pc:spChg chg="add 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k cId="4198527399" sldId="261"/>
            <ac:spMk id="18" creationId="{77C22049-26DB-5D9F-B791-30CDA4402D7B}"/>
          </ac:spMkLst>
        </pc:spChg>
      </pc:sldChg>
      <pc:sldChg chg="addSp modSp">
        <pc:chgData name="RASINGOLLA W M S N K it22309860" userId="S::it22309860@my.sliit.lk::506a4da9-671d-4234-b266-a315772fa35b" providerId="AD" clId="Web-{5CFCB120-84C5-A328-CE4A-DF639B81B84C}" dt="2026-03-08T03:04:04.420" v="45"/>
        <pc:sldMkLst>
          <pc:docMk/>
          <pc:sldMk cId="2970484857" sldId="262"/>
        </pc:sldMkLst>
        <pc:spChg chg="add 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k cId="2970484857" sldId="262"/>
            <ac:spMk id="6" creationId="{CB468F49-E9E8-02AC-3B20-56C645192D25}"/>
          </ac:spMkLst>
        </pc:spChg>
        <pc:spChg chg="add 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k cId="2970484857" sldId="262"/>
            <ac:spMk id="11" creationId="{206A4A9D-613E-22D8-6218-B0A081929066}"/>
          </ac:spMkLst>
        </pc:spChg>
      </pc:sldChg>
      <pc:sldChg chg="addSp modSp">
        <pc:chgData name="RASINGOLLA W M S N K it22309860" userId="S::it22309860@my.sliit.lk::506a4da9-671d-4234-b266-a315772fa35b" providerId="AD" clId="Web-{5CFCB120-84C5-A328-CE4A-DF639B81B84C}" dt="2026-03-08T03:04:04.420" v="45"/>
        <pc:sldMkLst>
          <pc:docMk/>
          <pc:sldMk cId="3682776757" sldId="263"/>
        </pc:sldMkLst>
        <pc:spChg chg="add 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k cId="3682776757" sldId="263"/>
            <ac:spMk id="2" creationId="{6F98723A-5A2C-6BD1-FB48-75012989F59D}"/>
          </ac:spMkLst>
        </pc:spChg>
        <pc:spChg chg="add 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k cId="3682776757" sldId="263"/>
            <ac:spMk id="3" creationId="{359810C5-391D-408F-681A-A34549743C05}"/>
          </ac:spMkLst>
        </pc:spChg>
      </pc:sldChg>
      <pc:sldChg chg="addSp delSp modSp">
        <pc:chgData name="RASINGOLLA W M S N K it22309860" userId="S::it22309860@my.sliit.lk::506a4da9-671d-4234-b266-a315772fa35b" providerId="AD" clId="Web-{5CFCB120-84C5-A328-CE4A-DF639B81B84C}" dt="2026-03-08T03:23:43.568" v="53" actId="1076"/>
        <pc:sldMkLst>
          <pc:docMk/>
          <pc:sldMk cId="1801237140" sldId="264"/>
        </pc:sldMkLst>
        <pc:spChg chg="del">
          <ac:chgData name="RASINGOLLA W M S N K it22309860" userId="S::it22309860@my.sliit.lk::506a4da9-671d-4234-b266-a315772fa35b" providerId="AD" clId="Web-{5CFCB120-84C5-A328-CE4A-DF639B81B84C}" dt="2026-03-08T03:21:41.316" v="47"/>
          <ac:spMkLst>
            <pc:docMk/>
            <pc:sldMk cId="1801237140" sldId="264"/>
            <ac:spMk id="3" creationId="{7785E816-9C74-C71A-DE2C-E94DD5DBBA5A}"/>
          </ac:spMkLst>
        </pc:spChg>
        <pc:spChg chg="add 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k cId="1801237140" sldId="264"/>
            <ac:spMk id="5" creationId="{022B64BE-7BF0-C97F-DE68-E1332195AB79}"/>
          </ac:spMkLst>
        </pc:spChg>
        <pc:spChg chg="add 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k cId="1801237140" sldId="264"/>
            <ac:spMk id="7" creationId="{F33B3F22-900D-7ECB-6EF3-2D89389B838E}"/>
          </ac:spMkLst>
        </pc:spChg>
        <pc:spChg chg="add del mod">
          <ac:chgData name="RASINGOLLA W M S N K it22309860" userId="S::it22309860@my.sliit.lk::506a4da9-671d-4234-b266-a315772fa35b" providerId="AD" clId="Web-{5CFCB120-84C5-A328-CE4A-DF639B81B84C}" dt="2026-03-08T03:23:38.833" v="52"/>
          <ac:spMkLst>
            <pc:docMk/>
            <pc:sldMk cId="1801237140" sldId="264"/>
            <ac:spMk id="10" creationId="{714CE2DB-449A-0BA3-D3D4-EC79C8A38DE7}"/>
          </ac:spMkLst>
        </pc:spChg>
        <pc:picChg chg="add del mod ord">
          <ac:chgData name="RASINGOLLA W M S N K it22309860" userId="S::it22309860@my.sliit.lk::506a4da9-671d-4234-b266-a315772fa35b" providerId="AD" clId="Web-{5CFCB120-84C5-A328-CE4A-DF639B81B84C}" dt="2026-03-08T03:23:32.287" v="51"/>
          <ac:picMkLst>
            <pc:docMk/>
            <pc:sldMk cId="1801237140" sldId="264"/>
            <ac:picMk id="8" creationId="{A04B6651-8FBA-68C2-C885-7D9C56FABCD1}"/>
          </ac:picMkLst>
        </pc:picChg>
        <pc:picChg chg="add mod ord">
          <ac:chgData name="RASINGOLLA W M S N K it22309860" userId="S::it22309860@my.sliit.lk::506a4da9-671d-4234-b266-a315772fa35b" providerId="AD" clId="Web-{5CFCB120-84C5-A328-CE4A-DF639B81B84C}" dt="2026-03-08T03:23:43.568" v="53" actId="1076"/>
          <ac:picMkLst>
            <pc:docMk/>
            <pc:sldMk cId="1801237140" sldId="264"/>
            <ac:picMk id="11" creationId="{7FA7BB47-D68E-E096-CA8D-8292B6A0FF49}"/>
          </ac:picMkLst>
        </pc:picChg>
      </pc:sldChg>
      <pc:sldChg chg="add replId">
        <pc:chgData name="RASINGOLLA W M S N K it22309860" userId="S::it22309860@my.sliit.lk::506a4da9-671d-4234-b266-a315772fa35b" providerId="AD" clId="Web-{5CFCB120-84C5-A328-CE4A-DF639B81B84C}" dt="2026-03-08T03:24:13.521" v="58"/>
        <pc:sldMkLst>
          <pc:docMk/>
          <pc:sldMk cId="1697759936" sldId="265"/>
        </pc:sldMkLst>
      </pc:sldChg>
      <pc:sldMasterChg chg="modSp mod modSldLayout">
        <pc:chgData name="RASINGOLLA W M S N K it22309860" userId="S::it22309860@my.sliit.lk::506a4da9-671d-4234-b266-a315772fa35b" providerId="AD" clId="Web-{5CFCB120-84C5-A328-CE4A-DF639B81B84C}" dt="2026-03-08T03:04:11.295" v="46"/>
        <pc:sldMasterMkLst>
          <pc:docMk/>
          <pc:sldMasterMk cId="3864956942" sldId="2147483804"/>
        </pc:sldMasterMkLst>
        <pc:spChg chg="mod">
          <ac:chgData name="RASINGOLLA W M S N K it22309860" userId="S::it22309860@my.sliit.lk::506a4da9-671d-4234-b266-a315772fa35b" providerId="AD" clId="Web-{5CFCB120-84C5-A328-CE4A-DF639B81B84C}" dt="2026-03-08T03:04:04.420" v="45"/>
          <ac:spMkLst>
            <pc:docMk/>
            <pc:sldMasterMk cId="3864956942" sldId="2147483804"/>
            <ac:spMk id="5" creationId="{00000000-0000-0000-0000-000000000000}"/>
          </ac:spMkLst>
        </pc:spChg>
        <pc:sldLayoutChg chg="modSp mod">
          <pc:chgData name="RASINGOLLA W M S N K it22309860" userId="S::it22309860@my.sliit.lk::506a4da9-671d-4234-b266-a315772fa35b" providerId="AD" clId="Web-{5CFCB120-84C5-A328-CE4A-DF639B81B84C}" dt="2026-03-08T03:04:11.295" v="46"/>
          <pc:sldLayoutMkLst>
            <pc:docMk/>
            <pc:sldMasterMk cId="3864956942" sldId="2147483804"/>
            <pc:sldLayoutMk cId="4082813111" sldId="2147483805"/>
          </pc:sldLayoutMkLst>
          <pc:spChg chg="mod">
            <ac:chgData name="RASINGOLLA W M S N K it22309860" userId="S::it22309860@my.sliit.lk::506a4da9-671d-4234-b266-a315772fa35b" providerId="AD" clId="Web-{5CFCB120-84C5-A328-CE4A-DF639B81B84C}" dt="2026-03-08T03:04:04.420" v="45"/>
            <ac:spMkLst>
              <pc:docMk/>
              <pc:sldMasterMk cId="3864956942" sldId="2147483804"/>
              <pc:sldLayoutMk cId="4082813111" sldId="2147483805"/>
              <ac:spMk id="5" creationId="{00000000-0000-0000-0000-000000000000}"/>
            </ac:spMkLst>
          </pc:spChg>
        </pc:sldLayoutChg>
        <pc:sldLayoutChg chg="modSp mod">
          <pc:chgData name="RASINGOLLA W M S N K it22309860" userId="S::it22309860@my.sliit.lk::506a4da9-671d-4234-b266-a315772fa35b" providerId="AD" clId="Web-{5CFCB120-84C5-A328-CE4A-DF639B81B84C}" dt="2026-03-08T03:04:11.295" v="46"/>
          <pc:sldLayoutMkLst>
            <pc:docMk/>
            <pc:sldMasterMk cId="3864956942" sldId="2147483804"/>
            <pc:sldLayoutMk cId="1908330771" sldId="2147483806"/>
          </pc:sldLayoutMkLst>
          <pc:spChg chg="mod">
            <ac:chgData name="RASINGOLLA W M S N K it22309860" userId="S::it22309860@my.sliit.lk::506a4da9-671d-4234-b266-a315772fa35b" providerId="AD" clId="Web-{5CFCB120-84C5-A328-CE4A-DF639B81B84C}" dt="2026-03-08T03:04:04.420" v="45"/>
            <ac:spMkLst>
              <pc:docMk/>
              <pc:sldMasterMk cId="3864956942" sldId="2147483804"/>
              <pc:sldLayoutMk cId="1908330771" sldId="2147483806"/>
              <ac:spMk id="5" creationId="{00000000-0000-0000-0000-000000000000}"/>
            </ac:spMkLst>
          </pc:spChg>
        </pc:sldLayoutChg>
        <pc:sldLayoutChg chg="modSp mod">
          <pc:chgData name="RASINGOLLA W M S N K it22309860" userId="S::it22309860@my.sliit.lk::506a4da9-671d-4234-b266-a315772fa35b" providerId="AD" clId="Web-{5CFCB120-84C5-A328-CE4A-DF639B81B84C}" dt="2026-03-08T03:04:11.295" v="46"/>
          <pc:sldLayoutMkLst>
            <pc:docMk/>
            <pc:sldMasterMk cId="3864956942" sldId="2147483804"/>
            <pc:sldLayoutMk cId="1207955997" sldId="2147483807"/>
          </pc:sldLayoutMkLst>
          <pc:spChg chg="mod">
            <ac:chgData name="RASINGOLLA W M S N K it22309860" userId="S::it22309860@my.sliit.lk::506a4da9-671d-4234-b266-a315772fa35b" providerId="AD" clId="Web-{5CFCB120-84C5-A328-CE4A-DF639B81B84C}" dt="2026-03-08T03:04:04.420" v="45"/>
            <ac:spMkLst>
              <pc:docMk/>
              <pc:sldMasterMk cId="3864956942" sldId="2147483804"/>
              <pc:sldLayoutMk cId="1207955997" sldId="2147483807"/>
              <ac:spMk id="5" creationId="{00000000-0000-0000-0000-000000000000}"/>
            </ac:spMkLst>
          </pc:spChg>
        </pc:sldLayoutChg>
        <pc:sldLayoutChg chg="modSp mod">
          <pc:chgData name="RASINGOLLA W M S N K it22309860" userId="S::it22309860@my.sliit.lk::506a4da9-671d-4234-b266-a315772fa35b" providerId="AD" clId="Web-{5CFCB120-84C5-A328-CE4A-DF639B81B84C}" dt="2026-03-08T03:04:11.295" v="46"/>
          <pc:sldLayoutMkLst>
            <pc:docMk/>
            <pc:sldMasterMk cId="3864956942" sldId="2147483804"/>
            <pc:sldLayoutMk cId="2397060602" sldId="2147483808"/>
          </pc:sldLayoutMkLst>
          <pc:spChg chg="mod">
            <ac:chgData name="RASINGOLLA W M S N K it22309860" userId="S::it22309860@my.sliit.lk::506a4da9-671d-4234-b266-a315772fa35b" providerId="AD" clId="Web-{5CFCB120-84C5-A328-CE4A-DF639B81B84C}" dt="2026-03-08T03:04:04.420" v="45"/>
            <ac:spMkLst>
              <pc:docMk/>
              <pc:sldMasterMk cId="3864956942" sldId="2147483804"/>
              <pc:sldLayoutMk cId="2397060602" sldId="2147483808"/>
              <ac:spMk id="6" creationId="{00000000-0000-0000-0000-000000000000}"/>
            </ac:spMkLst>
          </pc:spChg>
        </pc:sldLayoutChg>
        <pc:sldLayoutChg chg="modSp mod">
          <pc:chgData name="RASINGOLLA W M S N K it22309860" userId="S::it22309860@my.sliit.lk::506a4da9-671d-4234-b266-a315772fa35b" providerId="AD" clId="Web-{5CFCB120-84C5-A328-CE4A-DF639B81B84C}" dt="2026-03-08T03:04:11.295" v="46"/>
          <pc:sldLayoutMkLst>
            <pc:docMk/>
            <pc:sldMasterMk cId="3864956942" sldId="2147483804"/>
            <pc:sldLayoutMk cId="2153560638" sldId="2147483809"/>
          </pc:sldLayoutMkLst>
          <pc:spChg chg="mod">
            <ac:chgData name="RASINGOLLA W M S N K it22309860" userId="S::it22309860@my.sliit.lk::506a4da9-671d-4234-b266-a315772fa35b" providerId="AD" clId="Web-{5CFCB120-84C5-A328-CE4A-DF639B81B84C}" dt="2026-03-08T03:04:04.420" v="45"/>
            <ac:spMkLst>
              <pc:docMk/>
              <pc:sldMasterMk cId="3864956942" sldId="2147483804"/>
              <pc:sldLayoutMk cId="2153560638" sldId="2147483809"/>
              <ac:spMk id="8" creationId="{00000000-0000-0000-0000-000000000000}"/>
            </ac:spMkLst>
          </pc:spChg>
        </pc:sldLayoutChg>
        <pc:sldLayoutChg chg="modSp mod">
          <pc:chgData name="RASINGOLLA W M S N K it22309860" userId="S::it22309860@my.sliit.lk::506a4da9-671d-4234-b266-a315772fa35b" providerId="AD" clId="Web-{5CFCB120-84C5-A328-CE4A-DF639B81B84C}" dt="2026-03-08T03:04:11.295" v="46"/>
          <pc:sldLayoutMkLst>
            <pc:docMk/>
            <pc:sldMasterMk cId="3864956942" sldId="2147483804"/>
            <pc:sldLayoutMk cId="5283326" sldId="2147483810"/>
          </pc:sldLayoutMkLst>
          <pc:spChg chg="mod">
            <ac:chgData name="RASINGOLLA W M S N K it22309860" userId="S::it22309860@my.sliit.lk::506a4da9-671d-4234-b266-a315772fa35b" providerId="AD" clId="Web-{5CFCB120-84C5-A328-CE4A-DF639B81B84C}" dt="2026-03-08T03:04:04.420" v="45"/>
            <ac:spMkLst>
              <pc:docMk/>
              <pc:sldMasterMk cId="3864956942" sldId="2147483804"/>
              <pc:sldLayoutMk cId="5283326" sldId="2147483810"/>
              <ac:spMk id="4" creationId="{00000000-0000-0000-0000-000000000000}"/>
            </ac:spMkLst>
          </pc:spChg>
        </pc:sldLayoutChg>
        <pc:sldLayoutChg chg="modSp mod">
          <pc:chgData name="RASINGOLLA W M S N K it22309860" userId="S::it22309860@my.sliit.lk::506a4da9-671d-4234-b266-a315772fa35b" providerId="AD" clId="Web-{5CFCB120-84C5-A328-CE4A-DF639B81B84C}" dt="2026-03-08T03:04:11.295" v="46"/>
          <pc:sldLayoutMkLst>
            <pc:docMk/>
            <pc:sldMasterMk cId="3864956942" sldId="2147483804"/>
            <pc:sldLayoutMk cId="88823536" sldId="2147483811"/>
          </pc:sldLayoutMkLst>
          <pc:spChg chg="mod">
            <ac:chgData name="RASINGOLLA W M S N K it22309860" userId="S::it22309860@my.sliit.lk::506a4da9-671d-4234-b266-a315772fa35b" providerId="AD" clId="Web-{5CFCB120-84C5-A328-CE4A-DF639B81B84C}" dt="2026-03-08T03:04:04.420" v="45"/>
            <ac:spMkLst>
              <pc:docMk/>
              <pc:sldMasterMk cId="3864956942" sldId="2147483804"/>
              <pc:sldLayoutMk cId="88823536" sldId="2147483811"/>
              <ac:spMk id="3" creationId="{00000000-0000-0000-0000-000000000000}"/>
            </ac:spMkLst>
          </pc:spChg>
        </pc:sldLayoutChg>
        <pc:sldLayoutChg chg="modSp mod">
          <pc:chgData name="RASINGOLLA W M S N K it22309860" userId="S::it22309860@my.sliit.lk::506a4da9-671d-4234-b266-a315772fa35b" providerId="AD" clId="Web-{5CFCB120-84C5-A328-CE4A-DF639B81B84C}" dt="2026-03-08T03:04:11.295" v="46"/>
          <pc:sldLayoutMkLst>
            <pc:docMk/>
            <pc:sldMasterMk cId="3864956942" sldId="2147483804"/>
            <pc:sldLayoutMk cId="1690670120" sldId="2147483812"/>
          </pc:sldLayoutMkLst>
          <pc:spChg chg="mod">
            <ac:chgData name="RASINGOLLA W M S N K it22309860" userId="S::it22309860@my.sliit.lk::506a4da9-671d-4234-b266-a315772fa35b" providerId="AD" clId="Web-{5CFCB120-84C5-A328-CE4A-DF639B81B84C}" dt="2026-03-08T03:04:04.420" v="45"/>
            <ac:spMkLst>
              <pc:docMk/>
              <pc:sldMasterMk cId="3864956942" sldId="2147483804"/>
              <pc:sldLayoutMk cId="1690670120" sldId="2147483812"/>
              <ac:spMk id="6" creationId="{00000000-0000-0000-0000-000000000000}"/>
            </ac:spMkLst>
          </pc:spChg>
        </pc:sldLayoutChg>
        <pc:sldLayoutChg chg="modSp mod">
          <pc:chgData name="RASINGOLLA W M S N K it22309860" userId="S::it22309860@my.sliit.lk::506a4da9-671d-4234-b266-a315772fa35b" providerId="AD" clId="Web-{5CFCB120-84C5-A328-CE4A-DF639B81B84C}" dt="2026-03-08T03:04:11.295" v="46"/>
          <pc:sldLayoutMkLst>
            <pc:docMk/>
            <pc:sldMasterMk cId="3864956942" sldId="2147483804"/>
            <pc:sldLayoutMk cId="1092117461" sldId="2147483813"/>
          </pc:sldLayoutMkLst>
          <pc:spChg chg="mod">
            <ac:chgData name="RASINGOLLA W M S N K it22309860" userId="S::it22309860@my.sliit.lk::506a4da9-671d-4234-b266-a315772fa35b" providerId="AD" clId="Web-{5CFCB120-84C5-A328-CE4A-DF639B81B84C}" dt="2026-03-08T03:04:04.420" v="45"/>
            <ac:spMkLst>
              <pc:docMk/>
              <pc:sldMasterMk cId="3864956942" sldId="2147483804"/>
              <pc:sldLayoutMk cId="1092117461" sldId="2147483813"/>
              <ac:spMk id="6" creationId="{00000000-0000-0000-0000-000000000000}"/>
            </ac:spMkLst>
          </pc:spChg>
        </pc:sldLayoutChg>
        <pc:sldLayoutChg chg="modSp mod">
          <pc:chgData name="RASINGOLLA W M S N K it22309860" userId="S::it22309860@my.sliit.lk::506a4da9-671d-4234-b266-a315772fa35b" providerId="AD" clId="Web-{5CFCB120-84C5-A328-CE4A-DF639B81B84C}" dt="2026-03-08T03:04:11.295" v="46"/>
          <pc:sldLayoutMkLst>
            <pc:docMk/>
            <pc:sldMasterMk cId="3864956942" sldId="2147483804"/>
            <pc:sldLayoutMk cId="498837824" sldId="2147483814"/>
          </pc:sldLayoutMkLst>
          <pc:spChg chg="mod">
            <ac:chgData name="RASINGOLLA W M S N K it22309860" userId="S::it22309860@my.sliit.lk::506a4da9-671d-4234-b266-a315772fa35b" providerId="AD" clId="Web-{5CFCB120-84C5-A328-CE4A-DF639B81B84C}" dt="2026-03-08T03:04:04.420" v="45"/>
            <ac:spMkLst>
              <pc:docMk/>
              <pc:sldMasterMk cId="3864956942" sldId="2147483804"/>
              <pc:sldLayoutMk cId="498837824" sldId="2147483814"/>
              <ac:spMk id="5" creationId="{00000000-0000-0000-0000-000000000000}"/>
            </ac:spMkLst>
          </pc:spChg>
        </pc:sldLayoutChg>
        <pc:sldLayoutChg chg="modSp mod">
          <pc:chgData name="RASINGOLLA W M S N K it22309860" userId="S::it22309860@my.sliit.lk::506a4da9-671d-4234-b266-a315772fa35b" providerId="AD" clId="Web-{5CFCB120-84C5-A328-CE4A-DF639B81B84C}" dt="2026-03-08T03:04:11.295" v="46"/>
          <pc:sldLayoutMkLst>
            <pc:docMk/>
            <pc:sldMasterMk cId="3864956942" sldId="2147483804"/>
            <pc:sldLayoutMk cId="4034095083" sldId="2147483815"/>
          </pc:sldLayoutMkLst>
          <pc:spChg chg="mod">
            <ac:chgData name="RASINGOLLA W M S N K it22309860" userId="S::it22309860@my.sliit.lk::506a4da9-671d-4234-b266-a315772fa35b" providerId="AD" clId="Web-{5CFCB120-84C5-A328-CE4A-DF639B81B84C}" dt="2026-03-08T03:04:04.420" v="45"/>
            <ac:spMkLst>
              <pc:docMk/>
              <pc:sldMasterMk cId="3864956942" sldId="2147483804"/>
              <pc:sldLayoutMk cId="4034095083" sldId="2147483815"/>
              <ac:spMk id="5" creationId="{00000000-0000-0000-0000-000000000000}"/>
            </ac:spMkLst>
          </pc:spChg>
        </pc:sldLayoutChg>
      </pc:sldMasterChg>
    </pc:docChg>
  </pc:docChgLst>
  <pc:docChgLst>
    <pc:chgData name="RASINGOLLA W M S N K it22309860" userId="S::it22309860@my.sliit.lk::506a4da9-671d-4234-b266-a315772fa35b" providerId="AD" clId="Web-{55F42D8A-6E00-B21D-9B39-85D85F7BFF58}"/>
    <pc:docChg chg="modSld">
      <pc:chgData name="RASINGOLLA W M S N K it22309860" userId="S::it22309860@my.sliit.lk::506a4da9-671d-4234-b266-a315772fa35b" providerId="AD" clId="Web-{55F42D8A-6E00-B21D-9B39-85D85F7BFF58}" dt="2026-03-09T08:14:41.397" v="5" actId="20577"/>
      <pc:docMkLst>
        <pc:docMk/>
      </pc:docMkLst>
      <pc:sldChg chg="addSp modSp">
        <pc:chgData name="RASINGOLLA W M S N K it22309860" userId="S::it22309860@my.sliit.lk::506a4da9-671d-4234-b266-a315772fa35b" providerId="AD" clId="Web-{55F42D8A-6E00-B21D-9B39-85D85F7BFF58}" dt="2026-03-09T08:14:41.397" v="5" actId="20577"/>
        <pc:sldMkLst>
          <pc:docMk/>
          <pc:sldMk cId="4198527399" sldId="261"/>
        </pc:sldMkLst>
        <pc:spChg chg="mod">
          <ac:chgData name="RASINGOLLA W M S N K it22309860" userId="S::it22309860@my.sliit.lk::506a4da9-671d-4234-b266-a315772fa35b" providerId="AD" clId="Web-{55F42D8A-6E00-B21D-9B39-85D85F7BFF58}" dt="2026-03-09T08:14:41.397" v="5" actId="20577"/>
          <ac:spMkLst>
            <pc:docMk/>
            <pc:sldMk cId="4198527399" sldId="261"/>
            <ac:spMk id="1679" creationId="{846042CC-5869-AFA2-BA25-72D6448CDE06}"/>
          </ac:spMkLst>
        </pc:spChg>
        <pc:graphicFrameChg chg="mod topLvl modGraphic">
          <ac:chgData name="RASINGOLLA W M S N K it22309860" userId="S::it22309860@my.sliit.lk::506a4da9-671d-4234-b266-a315772fa35b" providerId="AD" clId="Web-{55F42D8A-6E00-B21D-9B39-85D85F7BFF58}" dt="2026-03-09T08:14:29.053" v="3"/>
          <ac:graphicFrameMkLst>
            <pc:docMk/>
            <pc:sldMk cId="4198527399" sldId="261"/>
            <ac:graphicFrameMk id="1518" creationId="{988B5734-6C64-77FC-F5A1-303169BCA681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mysliit.sharepoint.com/sites/CDAPSubmissionCloud/2526JCloud/25-26J-189-Students/3.%20Progress%20Presentation%20-%202/Presentation/Presentation_Doughnut%20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completion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01-479E-9904-861E9E8C8C0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01-479E-9904-861E9E8C8C0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901-479E-9904-861E9E8C8C0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901-479E-9904-861E9E8C8C0D}"/>
              </c:ext>
            </c:extLst>
          </c:dPt>
          <c:cat>
            <c:strRef>
              <c:f>Sheet1!$A$2:$A$5</c:f>
              <c:strCache>
                <c:ptCount val="2"/>
                <c:pt idx="0">
                  <c:v>completed</c:v>
                </c:pt>
                <c:pt idx="1">
                  <c:v>Incompleted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B0C7-4963-865B-037E4D5B4B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7FEECB-9DCD-4EF5-BB3E-079541B8D22E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D7C733A-78EB-40FF-B320-89B7E5A1D65F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Primary users</a:t>
          </a:r>
          <a:r>
            <a:rPr lang="en-US">
              <a:latin typeface="Aptos Display" panose="02110004020202020204"/>
            </a:rPr>
            <a:t>: </a:t>
          </a:r>
          <a:r>
            <a:rPr lang="en-US"/>
            <a:t>Farmers</a:t>
          </a:r>
        </a:p>
      </dgm:t>
    </dgm:pt>
    <dgm:pt modelId="{496C828C-180E-4649-90F9-A29AB3A80599}" type="parTrans" cxnId="{464FB883-AD57-40F2-8BA2-66AE1E55CC62}">
      <dgm:prSet/>
      <dgm:spPr/>
      <dgm:t>
        <a:bodyPr/>
        <a:lstStyle/>
        <a:p>
          <a:endParaRPr lang="en-US"/>
        </a:p>
      </dgm:t>
    </dgm:pt>
    <dgm:pt modelId="{F37806B8-E2CE-446B-A053-312A8D94D21E}" type="sibTrans" cxnId="{464FB883-AD57-40F2-8BA2-66AE1E55CC62}">
      <dgm:prSet/>
      <dgm:spPr/>
      <dgm:t>
        <a:bodyPr/>
        <a:lstStyle/>
        <a:p>
          <a:endParaRPr lang="en-US"/>
        </a:p>
      </dgm:t>
    </dgm:pt>
    <dgm:pt modelId="{DF2F8515-F985-46EB-B2B7-3B39C40CE5D4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Secondary users</a:t>
          </a:r>
          <a:r>
            <a:rPr lang="en-US">
              <a:latin typeface="Aptos Display" panose="02110004020202020204"/>
            </a:rPr>
            <a:t>: </a:t>
          </a:r>
          <a:r>
            <a:rPr lang="en-US"/>
            <a:t>agricultural researchers</a:t>
          </a:r>
        </a:p>
      </dgm:t>
    </dgm:pt>
    <dgm:pt modelId="{A2B84563-4880-41DD-8AF4-B29A437FABDE}" type="parTrans" cxnId="{5B2ADC11-9CA8-4FDE-9840-4AADD82F1452}">
      <dgm:prSet/>
      <dgm:spPr/>
      <dgm:t>
        <a:bodyPr/>
        <a:lstStyle/>
        <a:p>
          <a:endParaRPr lang="en-US"/>
        </a:p>
      </dgm:t>
    </dgm:pt>
    <dgm:pt modelId="{E4FBFBFE-D566-4AB3-B292-AFF56663CA64}" type="sibTrans" cxnId="{5B2ADC11-9CA8-4FDE-9840-4AADD82F1452}">
      <dgm:prSet/>
      <dgm:spPr/>
      <dgm:t>
        <a:bodyPr/>
        <a:lstStyle/>
        <a:p>
          <a:endParaRPr lang="en-US"/>
        </a:p>
      </dgm:t>
    </dgm:pt>
    <dgm:pt modelId="{86FB7A71-93CE-476A-9986-2360C89F41A1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Decision makers</a:t>
          </a:r>
          <a:r>
            <a:rPr lang="en-US">
              <a:latin typeface="Aptos Display" panose="02110004020202020204"/>
            </a:rPr>
            <a:t>: </a:t>
          </a:r>
          <a:r>
            <a:rPr lang="en-US"/>
            <a:t>farm owners/policymakers</a:t>
          </a:r>
        </a:p>
      </dgm:t>
    </dgm:pt>
    <dgm:pt modelId="{6599F21F-52FB-4A6E-BD43-DD4BCE25F860}" type="parTrans" cxnId="{BB33A477-52C4-40B0-9064-0AF6BC440098}">
      <dgm:prSet/>
      <dgm:spPr/>
      <dgm:t>
        <a:bodyPr/>
        <a:lstStyle/>
        <a:p>
          <a:endParaRPr lang="en-US"/>
        </a:p>
      </dgm:t>
    </dgm:pt>
    <dgm:pt modelId="{204A2D97-6DC7-42B9-889E-2A3B975A72A9}" type="sibTrans" cxnId="{BB33A477-52C4-40B0-9064-0AF6BC440098}">
      <dgm:prSet/>
      <dgm:spPr/>
      <dgm:t>
        <a:bodyPr/>
        <a:lstStyle/>
        <a:p>
          <a:endParaRPr lang="en-US"/>
        </a:p>
      </dgm:t>
    </dgm:pt>
    <dgm:pt modelId="{F624BFB3-AC63-40A2-9901-BEA712770566}" type="pres">
      <dgm:prSet presAssocID="{127FEECB-9DCD-4EF5-BB3E-079541B8D22E}" presName="root" presStyleCnt="0">
        <dgm:presLayoutVars>
          <dgm:dir/>
          <dgm:resizeHandles val="exact"/>
        </dgm:presLayoutVars>
      </dgm:prSet>
      <dgm:spPr/>
    </dgm:pt>
    <dgm:pt modelId="{77026D9A-85CB-4FC4-8824-29BAAEA30431}" type="pres">
      <dgm:prSet presAssocID="{CD7C733A-78EB-40FF-B320-89B7E5A1D65F}" presName="compNode" presStyleCnt="0"/>
      <dgm:spPr/>
    </dgm:pt>
    <dgm:pt modelId="{A331C1C3-7C76-4411-BEF1-3A3A08DFE753}" type="pres">
      <dgm:prSet presAssocID="{CD7C733A-78EB-40FF-B320-89B7E5A1D65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53F2539F-D854-4964-B69F-3C8087051AA7}" type="pres">
      <dgm:prSet presAssocID="{CD7C733A-78EB-40FF-B320-89B7E5A1D65F}" presName="spaceRect" presStyleCnt="0"/>
      <dgm:spPr/>
    </dgm:pt>
    <dgm:pt modelId="{70472459-1672-4BB1-B66D-2B906BA5490E}" type="pres">
      <dgm:prSet presAssocID="{CD7C733A-78EB-40FF-B320-89B7E5A1D65F}" presName="textRect" presStyleLbl="revTx" presStyleIdx="0" presStyleCnt="3">
        <dgm:presLayoutVars>
          <dgm:chMax val="1"/>
          <dgm:chPref val="1"/>
        </dgm:presLayoutVars>
      </dgm:prSet>
      <dgm:spPr/>
    </dgm:pt>
    <dgm:pt modelId="{CB175CB7-8FBE-447E-87D1-2DD5C0F74244}" type="pres">
      <dgm:prSet presAssocID="{F37806B8-E2CE-446B-A053-312A8D94D21E}" presName="sibTrans" presStyleCnt="0"/>
      <dgm:spPr/>
    </dgm:pt>
    <dgm:pt modelId="{C951C668-808D-4E6C-B6EF-8F8C3A3444C1}" type="pres">
      <dgm:prSet presAssocID="{DF2F8515-F985-46EB-B2B7-3B39C40CE5D4}" presName="compNode" presStyleCnt="0"/>
      <dgm:spPr/>
    </dgm:pt>
    <dgm:pt modelId="{50FC1211-B77C-4D55-A283-201FB26FF6FC}" type="pres">
      <dgm:prSet presAssocID="{DF2F8515-F985-46EB-B2B7-3B39C40CE5D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2B9A5B7A-0FA9-48FB-A7E5-A80BAAD333F0}" type="pres">
      <dgm:prSet presAssocID="{DF2F8515-F985-46EB-B2B7-3B39C40CE5D4}" presName="spaceRect" presStyleCnt="0"/>
      <dgm:spPr/>
    </dgm:pt>
    <dgm:pt modelId="{6CAC4CB8-6644-4524-ADDE-39988D6FAA3D}" type="pres">
      <dgm:prSet presAssocID="{DF2F8515-F985-46EB-B2B7-3B39C40CE5D4}" presName="textRect" presStyleLbl="revTx" presStyleIdx="1" presStyleCnt="3">
        <dgm:presLayoutVars>
          <dgm:chMax val="1"/>
          <dgm:chPref val="1"/>
        </dgm:presLayoutVars>
      </dgm:prSet>
      <dgm:spPr/>
    </dgm:pt>
    <dgm:pt modelId="{BADE6499-6EBB-40C3-94EF-C0BC09C60BD8}" type="pres">
      <dgm:prSet presAssocID="{E4FBFBFE-D566-4AB3-B292-AFF56663CA64}" presName="sibTrans" presStyleCnt="0"/>
      <dgm:spPr/>
    </dgm:pt>
    <dgm:pt modelId="{B45FCF62-0AE5-44A0-BCC7-70E6EE3EC60D}" type="pres">
      <dgm:prSet presAssocID="{86FB7A71-93CE-476A-9986-2360C89F41A1}" presName="compNode" presStyleCnt="0"/>
      <dgm:spPr/>
    </dgm:pt>
    <dgm:pt modelId="{8D58272B-AB85-4281-B60A-AF19ACDAE81B}" type="pres">
      <dgm:prSet presAssocID="{86FB7A71-93CE-476A-9986-2360C89F41A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n"/>
        </a:ext>
      </dgm:extLst>
    </dgm:pt>
    <dgm:pt modelId="{04100249-C135-45FB-830F-4C7C6F916B60}" type="pres">
      <dgm:prSet presAssocID="{86FB7A71-93CE-476A-9986-2360C89F41A1}" presName="spaceRect" presStyleCnt="0"/>
      <dgm:spPr/>
    </dgm:pt>
    <dgm:pt modelId="{556CE97D-60A0-4380-A713-D8B83BE2BF28}" type="pres">
      <dgm:prSet presAssocID="{86FB7A71-93CE-476A-9986-2360C89F41A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43CE007-AD1E-48BA-A2AB-C4DD9E2804FD}" type="presOf" srcId="{86FB7A71-93CE-476A-9986-2360C89F41A1}" destId="{556CE97D-60A0-4380-A713-D8B83BE2BF28}" srcOrd="0" destOrd="0" presId="urn:microsoft.com/office/officeart/2018/2/layout/IconLabelList"/>
    <dgm:cxn modelId="{5B2ADC11-9CA8-4FDE-9840-4AADD82F1452}" srcId="{127FEECB-9DCD-4EF5-BB3E-079541B8D22E}" destId="{DF2F8515-F985-46EB-B2B7-3B39C40CE5D4}" srcOrd="1" destOrd="0" parTransId="{A2B84563-4880-41DD-8AF4-B29A437FABDE}" sibTransId="{E4FBFBFE-D566-4AB3-B292-AFF56663CA64}"/>
    <dgm:cxn modelId="{DBFB122A-82B0-4855-AD58-2030D65BCDE5}" type="presOf" srcId="{DF2F8515-F985-46EB-B2B7-3B39C40CE5D4}" destId="{6CAC4CB8-6644-4524-ADDE-39988D6FAA3D}" srcOrd="0" destOrd="0" presId="urn:microsoft.com/office/officeart/2018/2/layout/IconLabelList"/>
    <dgm:cxn modelId="{BB33A477-52C4-40B0-9064-0AF6BC440098}" srcId="{127FEECB-9DCD-4EF5-BB3E-079541B8D22E}" destId="{86FB7A71-93CE-476A-9986-2360C89F41A1}" srcOrd="2" destOrd="0" parTransId="{6599F21F-52FB-4A6E-BD43-DD4BCE25F860}" sibTransId="{204A2D97-6DC7-42B9-889E-2A3B975A72A9}"/>
    <dgm:cxn modelId="{464FB883-AD57-40F2-8BA2-66AE1E55CC62}" srcId="{127FEECB-9DCD-4EF5-BB3E-079541B8D22E}" destId="{CD7C733A-78EB-40FF-B320-89B7E5A1D65F}" srcOrd="0" destOrd="0" parTransId="{496C828C-180E-4649-90F9-A29AB3A80599}" sibTransId="{F37806B8-E2CE-446B-A053-312A8D94D21E}"/>
    <dgm:cxn modelId="{337B9090-1E66-4531-9A77-6CE76B4AD161}" type="presOf" srcId="{127FEECB-9DCD-4EF5-BB3E-079541B8D22E}" destId="{F624BFB3-AC63-40A2-9901-BEA712770566}" srcOrd="0" destOrd="0" presId="urn:microsoft.com/office/officeart/2018/2/layout/IconLabelList"/>
    <dgm:cxn modelId="{2D689997-65A6-45FD-959B-A95409C5A924}" type="presOf" srcId="{CD7C733A-78EB-40FF-B320-89B7E5A1D65F}" destId="{70472459-1672-4BB1-B66D-2B906BA5490E}" srcOrd="0" destOrd="0" presId="urn:microsoft.com/office/officeart/2018/2/layout/IconLabelList"/>
    <dgm:cxn modelId="{A4912F8E-A93B-4C3E-9DF5-BF7025792561}" type="presParOf" srcId="{F624BFB3-AC63-40A2-9901-BEA712770566}" destId="{77026D9A-85CB-4FC4-8824-29BAAEA30431}" srcOrd="0" destOrd="0" presId="urn:microsoft.com/office/officeart/2018/2/layout/IconLabelList"/>
    <dgm:cxn modelId="{3F09FAFA-EDFB-424F-8C94-07880A11691E}" type="presParOf" srcId="{77026D9A-85CB-4FC4-8824-29BAAEA30431}" destId="{A331C1C3-7C76-4411-BEF1-3A3A08DFE753}" srcOrd="0" destOrd="0" presId="urn:microsoft.com/office/officeart/2018/2/layout/IconLabelList"/>
    <dgm:cxn modelId="{D2AAB4BC-C8A0-46F6-9385-0F9AF810895F}" type="presParOf" srcId="{77026D9A-85CB-4FC4-8824-29BAAEA30431}" destId="{53F2539F-D854-4964-B69F-3C8087051AA7}" srcOrd="1" destOrd="0" presId="urn:microsoft.com/office/officeart/2018/2/layout/IconLabelList"/>
    <dgm:cxn modelId="{E4CAC17A-CC9C-47C8-8929-25D4F34A3E50}" type="presParOf" srcId="{77026D9A-85CB-4FC4-8824-29BAAEA30431}" destId="{70472459-1672-4BB1-B66D-2B906BA5490E}" srcOrd="2" destOrd="0" presId="urn:microsoft.com/office/officeart/2018/2/layout/IconLabelList"/>
    <dgm:cxn modelId="{4E0139E2-BDCF-4A34-BEB3-44749B4D4993}" type="presParOf" srcId="{F624BFB3-AC63-40A2-9901-BEA712770566}" destId="{CB175CB7-8FBE-447E-87D1-2DD5C0F74244}" srcOrd="1" destOrd="0" presId="urn:microsoft.com/office/officeart/2018/2/layout/IconLabelList"/>
    <dgm:cxn modelId="{B54111F8-935B-4135-A71F-18D93388AD09}" type="presParOf" srcId="{F624BFB3-AC63-40A2-9901-BEA712770566}" destId="{C951C668-808D-4E6C-B6EF-8F8C3A3444C1}" srcOrd="2" destOrd="0" presId="urn:microsoft.com/office/officeart/2018/2/layout/IconLabelList"/>
    <dgm:cxn modelId="{22B81D03-A708-4770-B0D7-88FBDFCCE7C3}" type="presParOf" srcId="{C951C668-808D-4E6C-B6EF-8F8C3A3444C1}" destId="{50FC1211-B77C-4D55-A283-201FB26FF6FC}" srcOrd="0" destOrd="0" presId="urn:microsoft.com/office/officeart/2018/2/layout/IconLabelList"/>
    <dgm:cxn modelId="{BD6C9670-71B6-48C1-ACBC-A913DC65F14B}" type="presParOf" srcId="{C951C668-808D-4E6C-B6EF-8F8C3A3444C1}" destId="{2B9A5B7A-0FA9-48FB-A7E5-A80BAAD333F0}" srcOrd="1" destOrd="0" presId="urn:microsoft.com/office/officeart/2018/2/layout/IconLabelList"/>
    <dgm:cxn modelId="{420FD602-D0EC-4EFD-8544-4EAE3E451EF2}" type="presParOf" srcId="{C951C668-808D-4E6C-B6EF-8F8C3A3444C1}" destId="{6CAC4CB8-6644-4524-ADDE-39988D6FAA3D}" srcOrd="2" destOrd="0" presId="urn:microsoft.com/office/officeart/2018/2/layout/IconLabelList"/>
    <dgm:cxn modelId="{77EC1F55-886C-48AA-8B27-72C2B8F3C03E}" type="presParOf" srcId="{F624BFB3-AC63-40A2-9901-BEA712770566}" destId="{BADE6499-6EBB-40C3-94EF-C0BC09C60BD8}" srcOrd="3" destOrd="0" presId="urn:microsoft.com/office/officeart/2018/2/layout/IconLabelList"/>
    <dgm:cxn modelId="{DE339666-5E41-471E-9409-D6B7B90F24AB}" type="presParOf" srcId="{F624BFB3-AC63-40A2-9901-BEA712770566}" destId="{B45FCF62-0AE5-44A0-BCC7-70E6EE3EC60D}" srcOrd="4" destOrd="0" presId="urn:microsoft.com/office/officeart/2018/2/layout/IconLabelList"/>
    <dgm:cxn modelId="{42847219-2BD7-46C9-B191-71E97139FB96}" type="presParOf" srcId="{B45FCF62-0AE5-44A0-BCC7-70E6EE3EC60D}" destId="{8D58272B-AB85-4281-B60A-AF19ACDAE81B}" srcOrd="0" destOrd="0" presId="urn:microsoft.com/office/officeart/2018/2/layout/IconLabelList"/>
    <dgm:cxn modelId="{69BD4B3B-92EC-4A62-B8F9-83F041CEF7D3}" type="presParOf" srcId="{B45FCF62-0AE5-44A0-BCC7-70E6EE3EC60D}" destId="{04100249-C135-45FB-830F-4C7C6F916B60}" srcOrd="1" destOrd="0" presId="urn:microsoft.com/office/officeart/2018/2/layout/IconLabelList"/>
    <dgm:cxn modelId="{FCEC9979-6A12-4EFF-A8E7-8556A6F50EA0}" type="presParOf" srcId="{B45FCF62-0AE5-44A0-BCC7-70E6EE3EC60D}" destId="{556CE97D-60A0-4380-A713-D8B83BE2BF2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296001-617F-4602-A046-61229FA35DD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FC935B7-4715-4992-9BA1-1822D7EB4EE0}">
      <dgm:prSet/>
      <dgm:spPr/>
      <dgm:t>
        <a:bodyPr/>
        <a:lstStyle/>
        <a:p>
          <a:r>
            <a:rPr lang="en-US" b="1"/>
            <a:t>FR1 – Flower Detection</a:t>
          </a:r>
          <a:endParaRPr lang="en-US"/>
        </a:p>
      </dgm:t>
    </dgm:pt>
    <dgm:pt modelId="{7A7CBC29-11B0-40E8-B7C2-1E9F1BEE8EDE}" type="parTrans" cxnId="{0D865910-705B-4199-B688-19F09ECD366B}">
      <dgm:prSet/>
      <dgm:spPr/>
      <dgm:t>
        <a:bodyPr/>
        <a:lstStyle/>
        <a:p>
          <a:endParaRPr lang="en-US"/>
        </a:p>
      </dgm:t>
    </dgm:pt>
    <dgm:pt modelId="{9554857A-2BB1-4E44-A2EA-E4A613C0F50F}" type="sibTrans" cxnId="{0D865910-705B-4199-B688-19F09ECD366B}">
      <dgm:prSet/>
      <dgm:spPr/>
      <dgm:t>
        <a:bodyPr/>
        <a:lstStyle/>
        <a:p>
          <a:endParaRPr lang="en-US"/>
        </a:p>
      </dgm:t>
    </dgm:pt>
    <dgm:pt modelId="{BF70A2B4-0FC2-4FEE-96B6-BBC2AC202C21}">
      <dgm:prSet/>
      <dgm:spPr/>
      <dgm:t>
        <a:bodyPr/>
        <a:lstStyle/>
        <a:p>
          <a:r>
            <a:rPr lang="en-US"/>
            <a:t>Detect male and female pumpkin flowers using deep learning.</a:t>
          </a:r>
        </a:p>
      </dgm:t>
    </dgm:pt>
    <dgm:pt modelId="{87EECED9-731E-4F9E-8EAF-600F3B0AFBCF}" type="parTrans" cxnId="{BFFA76EF-B16F-4567-BCE2-6A9180E4D560}">
      <dgm:prSet/>
      <dgm:spPr/>
      <dgm:t>
        <a:bodyPr/>
        <a:lstStyle/>
        <a:p>
          <a:endParaRPr lang="en-US"/>
        </a:p>
      </dgm:t>
    </dgm:pt>
    <dgm:pt modelId="{540744F8-7895-4885-A62F-7748EB09A030}" type="sibTrans" cxnId="{BFFA76EF-B16F-4567-BCE2-6A9180E4D560}">
      <dgm:prSet/>
      <dgm:spPr/>
      <dgm:t>
        <a:bodyPr/>
        <a:lstStyle/>
        <a:p>
          <a:endParaRPr lang="en-US"/>
        </a:p>
      </dgm:t>
    </dgm:pt>
    <dgm:pt modelId="{A3562E01-7078-4AAF-A098-2E9BE9CF6F6F}">
      <dgm:prSet/>
      <dgm:spPr/>
      <dgm:t>
        <a:bodyPr/>
        <a:lstStyle/>
        <a:p>
          <a:r>
            <a:rPr lang="en-US" b="1"/>
            <a:t>FR2 – Environmental Monitoring</a:t>
          </a:r>
          <a:endParaRPr lang="en-US"/>
        </a:p>
      </dgm:t>
    </dgm:pt>
    <dgm:pt modelId="{BF4C01EC-E74A-4B3D-8A0C-19D98F815C1B}" type="parTrans" cxnId="{0C99A5A3-D2FE-4654-9D35-BCF7A7FE5F3C}">
      <dgm:prSet/>
      <dgm:spPr/>
      <dgm:t>
        <a:bodyPr/>
        <a:lstStyle/>
        <a:p>
          <a:endParaRPr lang="en-US"/>
        </a:p>
      </dgm:t>
    </dgm:pt>
    <dgm:pt modelId="{8585AAC2-83E9-4931-B682-1D6499A6A355}" type="sibTrans" cxnId="{0C99A5A3-D2FE-4654-9D35-BCF7A7FE5F3C}">
      <dgm:prSet/>
      <dgm:spPr/>
      <dgm:t>
        <a:bodyPr/>
        <a:lstStyle/>
        <a:p>
          <a:endParaRPr lang="en-US"/>
        </a:p>
      </dgm:t>
    </dgm:pt>
    <dgm:pt modelId="{EBCA97B3-C265-4387-B4AA-9312B8183D23}">
      <dgm:prSet/>
      <dgm:spPr/>
      <dgm:t>
        <a:bodyPr/>
        <a:lstStyle/>
        <a:p>
          <a:r>
            <a:rPr lang="en-US"/>
            <a:t>Sensors collect temperature, humidity, light intensity, and soil moisture.</a:t>
          </a:r>
        </a:p>
      </dgm:t>
    </dgm:pt>
    <dgm:pt modelId="{F848BFA1-2223-44C2-A110-9EDF9FCBE25E}" type="parTrans" cxnId="{198A8D6B-2A0B-48C4-8EFA-5E5323233F0A}">
      <dgm:prSet/>
      <dgm:spPr/>
      <dgm:t>
        <a:bodyPr/>
        <a:lstStyle/>
        <a:p>
          <a:endParaRPr lang="en-US"/>
        </a:p>
      </dgm:t>
    </dgm:pt>
    <dgm:pt modelId="{77586B4C-8272-4D77-895D-236E18196BF4}" type="sibTrans" cxnId="{198A8D6B-2A0B-48C4-8EFA-5E5323233F0A}">
      <dgm:prSet/>
      <dgm:spPr/>
      <dgm:t>
        <a:bodyPr/>
        <a:lstStyle/>
        <a:p>
          <a:endParaRPr lang="en-US"/>
        </a:p>
      </dgm:t>
    </dgm:pt>
    <dgm:pt modelId="{8312D40B-6282-43D5-A859-8DDFEFE98CA7}">
      <dgm:prSet/>
      <dgm:spPr/>
      <dgm:t>
        <a:bodyPr/>
        <a:lstStyle/>
        <a:p>
          <a:r>
            <a:rPr lang="en-US" b="1"/>
            <a:t>FR3 – Pollination Recommendation</a:t>
          </a:r>
          <a:endParaRPr lang="en-US"/>
        </a:p>
      </dgm:t>
    </dgm:pt>
    <dgm:pt modelId="{98CBEA4B-57D5-4DC3-9AFF-031BB0851666}" type="parTrans" cxnId="{7E01B5C6-90F9-4797-AC08-A1316AB6B5A0}">
      <dgm:prSet/>
      <dgm:spPr/>
      <dgm:t>
        <a:bodyPr/>
        <a:lstStyle/>
        <a:p>
          <a:endParaRPr lang="en-US"/>
        </a:p>
      </dgm:t>
    </dgm:pt>
    <dgm:pt modelId="{C6F3315E-69B1-4BC7-AB44-C8A0B3F32CB3}" type="sibTrans" cxnId="{7E01B5C6-90F9-4797-AC08-A1316AB6B5A0}">
      <dgm:prSet/>
      <dgm:spPr/>
      <dgm:t>
        <a:bodyPr/>
        <a:lstStyle/>
        <a:p>
          <a:endParaRPr lang="en-US"/>
        </a:p>
      </dgm:t>
    </dgm:pt>
    <dgm:pt modelId="{1DAAD28F-C30B-486D-9C77-4DA0EB374206}">
      <dgm:prSet/>
      <dgm:spPr/>
      <dgm:t>
        <a:bodyPr/>
        <a:lstStyle/>
        <a:p>
          <a:r>
            <a:rPr lang="en-US"/>
            <a:t>System determines if pollination should be performed.</a:t>
          </a:r>
        </a:p>
      </dgm:t>
    </dgm:pt>
    <dgm:pt modelId="{87E53D03-1647-42D7-BB97-2D6E4E63C1E5}" type="parTrans" cxnId="{1A09A0A4-E0DE-4613-9922-CA125367AE5D}">
      <dgm:prSet/>
      <dgm:spPr/>
      <dgm:t>
        <a:bodyPr/>
        <a:lstStyle/>
        <a:p>
          <a:endParaRPr lang="en-US"/>
        </a:p>
      </dgm:t>
    </dgm:pt>
    <dgm:pt modelId="{ABB1BAF4-67A1-4EBC-A44D-BCDBA286E805}" type="sibTrans" cxnId="{1A09A0A4-E0DE-4613-9922-CA125367AE5D}">
      <dgm:prSet/>
      <dgm:spPr/>
      <dgm:t>
        <a:bodyPr/>
        <a:lstStyle/>
        <a:p>
          <a:endParaRPr lang="en-US"/>
        </a:p>
      </dgm:t>
    </dgm:pt>
    <dgm:pt modelId="{2F6590E0-F1C1-4686-808E-FFEB5E08F480}">
      <dgm:prSet/>
      <dgm:spPr/>
      <dgm:t>
        <a:bodyPr/>
        <a:lstStyle/>
        <a:p>
          <a:r>
            <a:rPr lang="en-US" b="1"/>
            <a:t>FR4 – Disease Detection</a:t>
          </a:r>
          <a:endParaRPr lang="en-US"/>
        </a:p>
      </dgm:t>
    </dgm:pt>
    <dgm:pt modelId="{81D902AE-B97D-459F-AEAF-7EA912C7C2B4}" type="parTrans" cxnId="{8C2DEB86-F84E-4B4E-8243-547E506108D5}">
      <dgm:prSet/>
      <dgm:spPr/>
      <dgm:t>
        <a:bodyPr/>
        <a:lstStyle/>
        <a:p>
          <a:endParaRPr lang="en-US"/>
        </a:p>
      </dgm:t>
    </dgm:pt>
    <dgm:pt modelId="{D478FDD4-9ED0-4E70-B141-573BF51700FD}" type="sibTrans" cxnId="{8C2DEB86-F84E-4B4E-8243-547E506108D5}">
      <dgm:prSet/>
      <dgm:spPr/>
      <dgm:t>
        <a:bodyPr/>
        <a:lstStyle/>
        <a:p>
          <a:endParaRPr lang="en-US"/>
        </a:p>
      </dgm:t>
    </dgm:pt>
    <dgm:pt modelId="{42CFB0B6-A804-43F5-9378-478F152788FA}">
      <dgm:prSet/>
      <dgm:spPr/>
      <dgm:t>
        <a:bodyPr/>
        <a:lstStyle/>
        <a:p>
          <a:r>
            <a:rPr lang="en-US"/>
            <a:t>Detect plant health issues using image processing.</a:t>
          </a:r>
        </a:p>
      </dgm:t>
    </dgm:pt>
    <dgm:pt modelId="{38723236-AD99-4308-A6AD-FB74261DDB3C}" type="parTrans" cxnId="{5D155B82-F298-4E06-9F28-D222CDF7D17F}">
      <dgm:prSet/>
      <dgm:spPr/>
      <dgm:t>
        <a:bodyPr/>
        <a:lstStyle/>
        <a:p>
          <a:endParaRPr lang="en-US"/>
        </a:p>
      </dgm:t>
    </dgm:pt>
    <dgm:pt modelId="{EB31BD3C-80C8-49DC-9007-21A60867E209}" type="sibTrans" cxnId="{5D155B82-F298-4E06-9F28-D222CDF7D17F}">
      <dgm:prSet/>
      <dgm:spPr/>
      <dgm:t>
        <a:bodyPr/>
        <a:lstStyle/>
        <a:p>
          <a:endParaRPr lang="en-US"/>
        </a:p>
      </dgm:t>
    </dgm:pt>
    <dgm:pt modelId="{2B3FB3AD-7F29-4EC2-8163-DCFF34A181F0}">
      <dgm:prSet/>
      <dgm:spPr/>
      <dgm:t>
        <a:bodyPr/>
        <a:lstStyle/>
        <a:p>
          <a:r>
            <a:rPr lang="en-US" b="1"/>
            <a:t>FR5 – Active Learning</a:t>
          </a:r>
          <a:endParaRPr lang="en-US"/>
        </a:p>
      </dgm:t>
    </dgm:pt>
    <dgm:pt modelId="{3931E18E-7616-433C-8AAC-6AF08828A953}" type="parTrans" cxnId="{4A139BDD-46E4-4466-81BD-26D296C8088A}">
      <dgm:prSet/>
      <dgm:spPr/>
      <dgm:t>
        <a:bodyPr/>
        <a:lstStyle/>
        <a:p>
          <a:endParaRPr lang="en-US"/>
        </a:p>
      </dgm:t>
    </dgm:pt>
    <dgm:pt modelId="{5073F736-6AF6-43E4-B855-640B5787B389}" type="sibTrans" cxnId="{4A139BDD-46E4-4466-81BD-26D296C8088A}">
      <dgm:prSet/>
      <dgm:spPr/>
      <dgm:t>
        <a:bodyPr/>
        <a:lstStyle/>
        <a:p>
          <a:endParaRPr lang="en-US"/>
        </a:p>
      </dgm:t>
    </dgm:pt>
    <dgm:pt modelId="{0274E2A5-3586-4C82-8A11-597E7914B909}">
      <dgm:prSet/>
      <dgm:spPr/>
      <dgm:t>
        <a:bodyPr/>
        <a:lstStyle/>
        <a:p>
          <a:r>
            <a:rPr lang="en-US"/>
            <a:t>Improve model accuracy using farmer feedback.</a:t>
          </a:r>
        </a:p>
      </dgm:t>
    </dgm:pt>
    <dgm:pt modelId="{0CAD32DF-0C90-48D7-91F7-E8EBAF5E7EC2}" type="parTrans" cxnId="{C33A9F34-7E92-417E-BA9A-E51741943D65}">
      <dgm:prSet/>
      <dgm:spPr/>
      <dgm:t>
        <a:bodyPr/>
        <a:lstStyle/>
        <a:p>
          <a:endParaRPr lang="en-US"/>
        </a:p>
      </dgm:t>
    </dgm:pt>
    <dgm:pt modelId="{91A84D39-4D6B-4EBC-88CC-EE8C96ACF7E1}" type="sibTrans" cxnId="{C33A9F34-7E92-417E-BA9A-E51741943D65}">
      <dgm:prSet/>
      <dgm:spPr/>
      <dgm:t>
        <a:bodyPr/>
        <a:lstStyle/>
        <a:p>
          <a:endParaRPr lang="en-US"/>
        </a:p>
      </dgm:t>
    </dgm:pt>
    <dgm:pt modelId="{AF0D1EA1-EE11-4B3A-BE85-9DFB638E29E7}" type="pres">
      <dgm:prSet presAssocID="{03296001-617F-4602-A046-61229FA35DD7}" presName="linear" presStyleCnt="0">
        <dgm:presLayoutVars>
          <dgm:animLvl val="lvl"/>
          <dgm:resizeHandles val="exact"/>
        </dgm:presLayoutVars>
      </dgm:prSet>
      <dgm:spPr/>
    </dgm:pt>
    <dgm:pt modelId="{1C6D9167-269D-4C24-9458-9761BDB246D0}" type="pres">
      <dgm:prSet presAssocID="{7FC935B7-4715-4992-9BA1-1822D7EB4EE0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1F9298D1-FD52-48D5-BD46-DD8019C7AF6C}" type="pres">
      <dgm:prSet presAssocID="{9554857A-2BB1-4E44-A2EA-E4A613C0F50F}" presName="spacer" presStyleCnt="0"/>
      <dgm:spPr/>
    </dgm:pt>
    <dgm:pt modelId="{93411AB0-A10D-44DD-84C0-D1C4C3275668}" type="pres">
      <dgm:prSet presAssocID="{BF70A2B4-0FC2-4FEE-96B6-BBC2AC202C21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DD3C097C-7EC9-4FBD-BFA0-02465B425879}" type="pres">
      <dgm:prSet presAssocID="{540744F8-7895-4885-A62F-7748EB09A030}" presName="spacer" presStyleCnt="0"/>
      <dgm:spPr/>
    </dgm:pt>
    <dgm:pt modelId="{4FD96475-A9A8-487B-960A-CDD8A25FA69B}" type="pres">
      <dgm:prSet presAssocID="{A3562E01-7078-4AAF-A098-2E9BE9CF6F6F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AA5862D4-E727-4A1F-B773-31F6A725F6CB}" type="pres">
      <dgm:prSet presAssocID="{8585AAC2-83E9-4931-B682-1D6499A6A355}" presName="spacer" presStyleCnt="0"/>
      <dgm:spPr/>
    </dgm:pt>
    <dgm:pt modelId="{DD2CB5B5-510C-485F-A38E-83D7101E00BA}" type="pres">
      <dgm:prSet presAssocID="{EBCA97B3-C265-4387-B4AA-9312B8183D23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F02EAC63-65B6-4103-B13B-8D578766F96C}" type="pres">
      <dgm:prSet presAssocID="{77586B4C-8272-4D77-895D-236E18196BF4}" presName="spacer" presStyleCnt="0"/>
      <dgm:spPr/>
    </dgm:pt>
    <dgm:pt modelId="{17092D6E-BC2B-4D8A-8C18-4632B8A79D59}" type="pres">
      <dgm:prSet presAssocID="{8312D40B-6282-43D5-A859-8DDFEFE98CA7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A9DCA44A-B759-4F1D-9343-59AB5C7203D8}" type="pres">
      <dgm:prSet presAssocID="{C6F3315E-69B1-4BC7-AB44-C8A0B3F32CB3}" presName="spacer" presStyleCnt="0"/>
      <dgm:spPr/>
    </dgm:pt>
    <dgm:pt modelId="{FC6526FC-2AA6-4395-AF5A-55183FBE635F}" type="pres">
      <dgm:prSet presAssocID="{1DAAD28F-C30B-486D-9C77-4DA0EB374206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62657738-77B4-4190-8F66-79C94447592A}" type="pres">
      <dgm:prSet presAssocID="{ABB1BAF4-67A1-4EBC-A44D-BCDBA286E805}" presName="spacer" presStyleCnt="0"/>
      <dgm:spPr/>
    </dgm:pt>
    <dgm:pt modelId="{10B80879-E363-45C0-AD39-00BE697BF7B4}" type="pres">
      <dgm:prSet presAssocID="{2F6590E0-F1C1-4686-808E-FFEB5E08F480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4C9FDED2-CAC1-4D04-B0A5-AE1053B8AA18}" type="pres">
      <dgm:prSet presAssocID="{D478FDD4-9ED0-4E70-B141-573BF51700FD}" presName="spacer" presStyleCnt="0"/>
      <dgm:spPr/>
    </dgm:pt>
    <dgm:pt modelId="{D7F13C61-6F55-459F-899F-7036C74011A1}" type="pres">
      <dgm:prSet presAssocID="{42CFB0B6-A804-43F5-9378-478F152788FA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2816C4F1-4BD0-498E-95D8-8913AA6B499C}" type="pres">
      <dgm:prSet presAssocID="{EB31BD3C-80C8-49DC-9007-21A60867E209}" presName="spacer" presStyleCnt="0"/>
      <dgm:spPr/>
    </dgm:pt>
    <dgm:pt modelId="{B36B954F-177F-4C42-A05E-FA4A12149693}" type="pres">
      <dgm:prSet presAssocID="{2B3FB3AD-7F29-4EC2-8163-DCFF34A181F0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358B2C46-ECA7-4A54-B82F-0662064E0810}" type="pres">
      <dgm:prSet presAssocID="{5073F736-6AF6-43E4-B855-640B5787B389}" presName="spacer" presStyleCnt="0"/>
      <dgm:spPr/>
    </dgm:pt>
    <dgm:pt modelId="{904C6DDB-B25C-48FA-8975-0FBE44694074}" type="pres">
      <dgm:prSet presAssocID="{0274E2A5-3586-4C82-8A11-597E7914B909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9240BC02-8FC6-4658-8336-B1B30752250F}" type="presOf" srcId="{42CFB0B6-A804-43F5-9378-478F152788FA}" destId="{D7F13C61-6F55-459F-899F-7036C74011A1}" srcOrd="0" destOrd="0" presId="urn:microsoft.com/office/officeart/2005/8/layout/vList2"/>
    <dgm:cxn modelId="{17EDD10B-305A-4987-96AC-EA41F0E0DF59}" type="presOf" srcId="{03296001-617F-4602-A046-61229FA35DD7}" destId="{AF0D1EA1-EE11-4B3A-BE85-9DFB638E29E7}" srcOrd="0" destOrd="0" presId="urn:microsoft.com/office/officeart/2005/8/layout/vList2"/>
    <dgm:cxn modelId="{0D865910-705B-4199-B688-19F09ECD366B}" srcId="{03296001-617F-4602-A046-61229FA35DD7}" destId="{7FC935B7-4715-4992-9BA1-1822D7EB4EE0}" srcOrd="0" destOrd="0" parTransId="{7A7CBC29-11B0-40E8-B7C2-1E9F1BEE8EDE}" sibTransId="{9554857A-2BB1-4E44-A2EA-E4A613C0F50F}"/>
    <dgm:cxn modelId="{1D11AC1F-EEE8-4C68-A999-5B17491BE3C9}" type="presOf" srcId="{0274E2A5-3586-4C82-8A11-597E7914B909}" destId="{904C6DDB-B25C-48FA-8975-0FBE44694074}" srcOrd="0" destOrd="0" presId="urn:microsoft.com/office/officeart/2005/8/layout/vList2"/>
    <dgm:cxn modelId="{08B75824-D6D6-4DFB-B65D-E1D11DE84A7D}" type="presOf" srcId="{1DAAD28F-C30B-486D-9C77-4DA0EB374206}" destId="{FC6526FC-2AA6-4395-AF5A-55183FBE635F}" srcOrd="0" destOrd="0" presId="urn:microsoft.com/office/officeart/2005/8/layout/vList2"/>
    <dgm:cxn modelId="{C33A9F34-7E92-417E-BA9A-E51741943D65}" srcId="{03296001-617F-4602-A046-61229FA35DD7}" destId="{0274E2A5-3586-4C82-8A11-597E7914B909}" srcOrd="9" destOrd="0" parTransId="{0CAD32DF-0C90-48D7-91F7-E8EBAF5E7EC2}" sibTransId="{91A84D39-4D6B-4EBC-88CC-EE8C96ACF7E1}"/>
    <dgm:cxn modelId="{287AC234-A8B1-44AC-83CC-90CEF1F86A4F}" type="presOf" srcId="{2B3FB3AD-7F29-4EC2-8163-DCFF34A181F0}" destId="{B36B954F-177F-4C42-A05E-FA4A12149693}" srcOrd="0" destOrd="0" presId="urn:microsoft.com/office/officeart/2005/8/layout/vList2"/>
    <dgm:cxn modelId="{BC6F1566-A405-433E-88F3-C63D37B60017}" type="presOf" srcId="{EBCA97B3-C265-4387-B4AA-9312B8183D23}" destId="{DD2CB5B5-510C-485F-A38E-83D7101E00BA}" srcOrd="0" destOrd="0" presId="urn:microsoft.com/office/officeart/2005/8/layout/vList2"/>
    <dgm:cxn modelId="{1C31C348-0308-43F5-99C0-FE930262881A}" type="presOf" srcId="{8312D40B-6282-43D5-A859-8DDFEFE98CA7}" destId="{17092D6E-BC2B-4D8A-8C18-4632B8A79D59}" srcOrd="0" destOrd="0" presId="urn:microsoft.com/office/officeart/2005/8/layout/vList2"/>
    <dgm:cxn modelId="{198A8D6B-2A0B-48C4-8EFA-5E5323233F0A}" srcId="{03296001-617F-4602-A046-61229FA35DD7}" destId="{EBCA97B3-C265-4387-B4AA-9312B8183D23}" srcOrd="3" destOrd="0" parTransId="{F848BFA1-2223-44C2-A110-9EDF9FCBE25E}" sibTransId="{77586B4C-8272-4D77-895D-236E18196BF4}"/>
    <dgm:cxn modelId="{20A2DB53-BF03-4284-9749-152C6300BD7D}" type="presOf" srcId="{2F6590E0-F1C1-4686-808E-FFEB5E08F480}" destId="{10B80879-E363-45C0-AD39-00BE697BF7B4}" srcOrd="0" destOrd="0" presId="urn:microsoft.com/office/officeart/2005/8/layout/vList2"/>
    <dgm:cxn modelId="{2CE3017F-489D-4DBE-B61B-DDCCA2DE1F88}" type="presOf" srcId="{A3562E01-7078-4AAF-A098-2E9BE9CF6F6F}" destId="{4FD96475-A9A8-487B-960A-CDD8A25FA69B}" srcOrd="0" destOrd="0" presId="urn:microsoft.com/office/officeart/2005/8/layout/vList2"/>
    <dgm:cxn modelId="{5D155B82-F298-4E06-9F28-D222CDF7D17F}" srcId="{03296001-617F-4602-A046-61229FA35DD7}" destId="{42CFB0B6-A804-43F5-9378-478F152788FA}" srcOrd="7" destOrd="0" parTransId="{38723236-AD99-4308-A6AD-FB74261DDB3C}" sibTransId="{EB31BD3C-80C8-49DC-9007-21A60867E209}"/>
    <dgm:cxn modelId="{8C2DEB86-F84E-4B4E-8243-547E506108D5}" srcId="{03296001-617F-4602-A046-61229FA35DD7}" destId="{2F6590E0-F1C1-4686-808E-FFEB5E08F480}" srcOrd="6" destOrd="0" parTransId="{81D902AE-B97D-459F-AEAF-7EA912C7C2B4}" sibTransId="{D478FDD4-9ED0-4E70-B141-573BF51700FD}"/>
    <dgm:cxn modelId="{0C99A5A3-D2FE-4654-9D35-BCF7A7FE5F3C}" srcId="{03296001-617F-4602-A046-61229FA35DD7}" destId="{A3562E01-7078-4AAF-A098-2E9BE9CF6F6F}" srcOrd="2" destOrd="0" parTransId="{BF4C01EC-E74A-4B3D-8A0C-19D98F815C1B}" sibTransId="{8585AAC2-83E9-4931-B682-1D6499A6A355}"/>
    <dgm:cxn modelId="{1A09A0A4-E0DE-4613-9922-CA125367AE5D}" srcId="{03296001-617F-4602-A046-61229FA35DD7}" destId="{1DAAD28F-C30B-486D-9C77-4DA0EB374206}" srcOrd="5" destOrd="0" parTransId="{87E53D03-1647-42D7-BB97-2D6E4E63C1E5}" sibTransId="{ABB1BAF4-67A1-4EBC-A44D-BCDBA286E805}"/>
    <dgm:cxn modelId="{A6A445C6-1088-4044-A777-05FACA7B0180}" type="presOf" srcId="{BF70A2B4-0FC2-4FEE-96B6-BBC2AC202C21}" destId="{93411AB0-A10D-44DD-84C0-D1C4C3275668}" srcOrd="0" destOrd="0" presId="urn:microsoft.com/office/officeart/2005/8/layout/vList2"/>
    <dgm:cxn modelId="{7E01B5C6-90F9-4797-AC08-A1316AB6B5A0}" srcId="{03296001-617F-4602-A046-61229FA35DD7}" destId="{8312D40B-6282-43D5-A859-8DDFEFE98CA7}" srcOrd="4" destOrd="0" parTransId="{98CBEA4B-57D5-4DC3-9AFF-031BB0851666}" sibTransId="{C6F3315E-69B1-4BC7-AB44-C8A0B3F32CB3}"/>
    <dgm:cxn modelId="{4A139BDD-46E4-4466-81BD-26D296C8088A}" srcId="{03296001-617F-4602-A046-61229FA35DD7}" destId="{2B3FB3AD-7F29-4EC2-8163-DCFF34A181F0}" srcOrd="8" destOrd="0" parTransId="{3931E18E-7616-433C-8AAC-6AF08828A953}" sibTransId="{5073F736-6AF6-43E4-B855-640B5787B389}"/>
    <dgm:cxn modelId="{4CD84EEC-4562-4C79-A44A-08B98CF9B22D}" type="presOf" srcId="{7FC935B7-4715-4992-9BA1-1822D7EB4EE0}" destId="{1C6D9167-269D-4C24-9458-9761BDB246D0}" srcOrd="0" destOrd="0" presId="urn:microsoft.com/office/officeart/2005/8/layout/vList2"/>
    <dgm:cxn modelId="{BFFA76EF-B16F-4567-BCE2-6A9180E4D560}" srcId="{03296001-617F-4602-A046-61229FA35DD7}" destId="{BF70A2B4-0FC2-4FEE-96B6-BBC2AC202C21}" srcOrd="1" destOrd="0" parTransId="{87EECED9-731E-4F9E-8EAF-600F3B0AFBCF}" sibTransId="{540744F8-7895-4885-A62F-7748EB09A030}"/>
    <dgm:cxn modelId="{ADBA7FF2-E759-492E-98D5-D40CD1883247}" type="presParOf" srcId="{AF0D1EA1-EE11-4B3A-BE85-9DFB638E29E7}" destId="{1C6D9167-269D-4C24-9458-9761BDB246D0}" srcOrd="0" destOrd="0" presId="urn:microsoft.com/office/officeart/2005/8/layout/vList2"/>
    <dgm:cxn modelId="{959030A4-FA2C-4AA1-9135-6A7D8380E0EF}" type="presParOf" srcId="{AF0D1EA1-EE11-4B3A-BE85-9DFB638E29E7}" destId="{1F9298D1-FD52-48D5-BD46-DD8019C7AF6C}" srcOrd="1" destOrd="0" presId="urn:microsoft.com/office/officeart/2005/8/layout/vList2"/>
    <dgm:cxn modelId="{2BFDFCA8-0F8E-49A1-8B53-1028855F9F4F}" type="presParOf" srcId="{AF0D1EA1-EE11-4B3A-BE85-9DFB638E29E7}" destId="{93411AB0-A10D-44DD-84C0-D1C4C3275668}" srcOrd="2" destOrd="0" presId="urn:microsoft.com/office/officeart/2005/8/layout/vList2"/>
    <dgm:cxn modelId="{7B9E7B85-20A9-4B57-A82E-30B3CC0931FC}" type="presParOf" srcId="{AF0D1EA1-EE11-4B3A-BE85-9DFB638E29E7}" destId="{DD3C097C-7EC9-4FBD-BFA0-02465B425879}" srcOrd="3" destOrd="0" presId="urn:microsoft.com/office/officeart/2005/8/layout/vList2"/>
    <dgm:cxn modelId="{870C1DD3-36E6-4517-91BA-70881D0A4C87}" type="presParOf" srcId="{AF0D1EA1-EE11-4B3A-BE85-9DFB638E29E7}" destId="{4FD96475-A9A8-487B-960A-CDD8A25FA69B}" srcOrd="4" destOrd="0" presId="urn:microsoft.com/office/officeart/2005/8/layout/vList2"/>
    <dgm:cxn modelId="{4739D9AE-02DE-476C-B4F5-522A47E81764}" type="presParOf" srcId="{AF0D1EA1-EE11-4B3A-BE85-9DFB638E29E7}" destId="{AA5862D4-E727-4A1F-B773-31F6A725F6CB}" srcOrd="5" destOrd="0" presId="urn:microsoft.com/office/officeart/2005/8/layout/vList2"/>
    <dgm:cxn modelId="{91C93A3B-D658-4BD6-9779-DCFECE649009}" type="presParOf" srcId="{AF0D1EA1-EE11-4B3A-BE85-9DFB638E29E7}" destId="{DD2CB5B5-510C-485F-A38E-83D7101E00BA}" srcOrd="6" destOrd="0" presId="urn:microsoft.com/office/officeart/2005/8/layout/vList2"/>
    <dgm:cxn modelId="{DF580B75-DDB4-488E-87E5-316CF79E21F6}" type="presParOf" srcId="{AF0D1EA1-EE11-4B3A-BE85-9DFB638E29E7}" destId="{F02EAC63-65B6-4103-B13B-8D578766F96C}" srcOrd="7" destOrd="0" presId="urn:microsoft.com/office/officeart/2005/8/layout/vList2"/>
    <dgm:cxn modelId="{CE7F14EC-E553-41E4-B930-207485150232}" type="presParOf" srcId="{AF0D1EA1-EE11-4B3A-BE85-9DFB638E29E7}" destId="{17092D6E-BC2B-4D8A-8C18-4632B8A79D59}" srcOrd="8" destOrd="0" presId="urn:microsoft.com/office/officeart/2005/8/layout/vList2"/>
    <dgm:cxn modelId="{5FF0C17D-0155-48FD-A536-10DAC8D758C6}" type="presParOf" srcId="{AF0D1EA1-EE11-4B3A-BE85-9DFB638E29E7}" destId="{A9DCA44A-B759-4F1D-9343-59AB5C7203D8}" srcOrd="9" destOrd="0" presId="urn:microsoft.com/office/officeart/2005/8/layout/vList2"/>
    <dgm:cxn modelId="{3F894CB2-773A-444B-9416-CEE6C6FD9433}" type="presParOf" srcId="{AF0D1EA1-EE11-4B3A-BE85-9DFB638E29E7}" destId="{FC6526FC-2AA6-4395-AF5A-55183FBE635F}" srcOrd="10" destOrd="0" presId="urn:microsoft.com/office/officeart/2005/8/layout/vList2"/>
    <dgm:cxn modelId="{5C56BA4B-213C-41E5-9555-937EA37909E9}" type="presParOf" srcId="{AF0D1EA1-EE11-4B3A-BE85-9DFB638E29E7}" destId="{62657738-77B4-4190-8F66-79C94447592A}" srcOrd="11" destOrd="0" presId="urn:microsoft.com/office/officeart/2005/8/layout/vList2"/>
    <dgm:cxn modelId="{CC8E3E49-1C34-43A8-8D50-5A628595FE55}" type="presParOf" srcId="{AF0D1EA1-EE11-4B3A-BE85-9DFB638E29E7}" destId="{10B80879-E363-45C0-AD39-00BE697BF7B4}" srcOrd="12" destOrd="0" presId="urn:microsoft.com/office/officeart/2005/8/layout/vList2"/>
    <dgm:cxn modelId="{C8A56F98-DE60-4999-981F-83AF48452EB6}" type="presParOf" srcId="{AF0D1EA1-EE11-4B3A-BE85-9DFB638E29E7}" destId="{4C9FDED2-CAC1-4D04-B0A5-AE1053B8AA18}" srcOrd="13" destOrd="0" presId="urn:microsoft.com/office/officeart/2005/8/layout/vList2"/>
    <dgm:cxn modelId="{31E159B3-1D2C-4C3B-82BC-CA6757FC05E7}" type="presParOf" srcId="{AF0D1EA1-EE11-4B3A-BE85-9DFB638E29E7}" destId="{D7F13C61-6F55-459F-899F-7036C74011A1}" srcOrd="14" destOrd="0" presId="urn:microsoft.com/office/officeart/2005/8/layout/vList2"/>
    <dgm:cxn modelId="{242AACF4-73D7-4CFA-8D06-467E5FE6ABFF}" type="presParOf" srcId="{AF0D1EA1-EE11-4B3A-BE85-9DFB638E29E7}" destId="{2816C4F1-4BD0-498E-95D8-8913AA6B499C}" srcOrd="15" destOrd="0" presId="urn:microsoft.com/office/officeart/2005/8/layout/vList2"/>
    <dgm:cxn modelId="{83B32758-650B-4646-A560-59008E99D69E}" type="presParOf" srcId="{AF0D1EA1-EE11-4B3A-BE85-9DFB638E29E7}" destId="{B36B954F-177F-4C42-A05E-FA4A12149693}" srcOrd="16" destOrd="0" presId="urn:microsoft.com/office/officeart/2005/8/layout/vList2"/>
    <dgm:cxn modelId="{30AA46D8-3A79-4DA5-A4CA-AE64AA085EC0}" type="presParOf" srcId="{AF0D1EA1-EE11-4B3A-BE85-9DFB638E29E7}" destId="{358B2C46-ECA7-4A54-B82F-0662064E0810}" srcOrd="17" destOrd="0" presId="urn:microsoft.com/office/officeart/2005/8/layout/vList2"/>
    <dgm:cxn modelId="{CD087732-1C3D-455A-992D-70434AB41D1D}" type="presParOf" srcId="{AF0D1EA1-EE11-4B3A-BE85-9DFB638E29E7}" destId="{904C6DDB-B25C-48FA-8975-0FBE44694074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1C1C3-7C76-4411-BEF1-3A3A08DFE753}">
      <dsp:nvSpPr>
        <dsp:cNvPr id="0" name=""/>
        <dsp:cNvSpPr/>
      </dsp:nvSpPr>
      <dsp:spPr>
        <a:xfrm>
          <a:off x="1203995" y="250423"/>
          <a:ext cx="768076" cy="7680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72459-1672-4BB1-B66D-2B906BA5490E}">
      <dsp:nvSpPr>
        <dsp:cNvPr id="0" name=""/>
        <dsp:cNvSpPr/>
      </dsp:nvSpPr>
      <dsp:spPr>
        <a:xfrm>
          <a:off x="734615" y="1279580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Primary users</a:t>
          </a:r>
          <a:r>
            <a:rPr lang="en-US" sz="1400" kern="1200">
              <a:latin typeface="Aptos Display" panose="02110004020202020204"/>
            </a:rPr>
            <a:t>: </a:t>
          </a:r>
          <a:r>
            <a:rPr lang="en-US" sz="1400" kern="1200"/>
            <a:t>Farmers</a:t>
          </a:r>
        </a:p>
      </dsp:txBody>
      <dsp:txXfrm>
        <a:off x="734615" y="1279580"/>
        <a:ext cx="1706835" cy="682734"/>
      </dsp:txXfrm>
    </dsp:sp>
    <dsp:sp modelId="{50FC1211-B77C-4D55-A283-201FB26FF6FC}">
      <dsp:nvSpPr>
        <dsp:cNvPr id="0" name=""/>
        <dsp:cNvSpPr/>
      </dsp:nvSpPr>
      <dsp:spPr>
        <a:xfrm>
          <a:off x="3209528" y="250423"/>
          <a:ext cx="768076" cy="7680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AC4CB8-6644-4524-ADDE-39988D6FAA3D}">
      <dsp:nvSpPr>
        <dsp:cNvPr id="0" name=""/>
        <dsp:cNvSpPr/>
      </dsp:nvSpPr>
      <dsp:spPr>
        <a:xfrm>
          <a:off x="2740148" y="1279580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Secondary users</a:t>
          </a:r>
          <a:r>
            <a:rPr lang="en-US" sz="1400" kern="1200">
              <a:latin typeface="Aptos Display" panose="02110004020202020204"/>
            </a:rPr>
            <a:t>: </a:t>
          </a:r>
          <a:r>
            <a:rPr lang="en-US" sz="1400" kern="1200"/>
            <a:t>agricultural researchers</a:t>
          </a:r>
        </a:p>
      </dsp:txBody>
      <dsp:txXfrm>
        <a:off x="2740148" y="1279580"/>
        <a:ext cx="1706835" cy="682734"/>
      </dsp:txXfrm>
    </dsp:sp>
    <dsp:sp modelId="{8D58272B-AB85-4281-B60A-AF19ACDAE81B}">
      <dsp:nvSpPr>
        <dsp:cNvPr id="0" name=""/>
        <dsp:cNvSpPr/>
      </dsp:nvSpPr>
      <dsp:spPr>
        <a:xfrm>
          <a:off x="2206761" y="2389023"/>
          <a:ext cx="768076" cy="7680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6CE97D-60A0-4380-A713-D8B83BE2BF28}">
      <dsp:nvSpPr>
        <dsp:cNvPr id="0" name=""/>
        <dsp:cNvSpPr/>
      </dsp:nvSpPr>
      <dsp:spPr>
        <a:xfrm>
          <a:off x="1737382" y="3418179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Decision makers</a:t>
          </a:r>
          <a:r>
            <a:rPr lang="en-US" sz="1400" kern="1200">
              <a:latin typeface="Aptos Display" panose="02110004020202020204"/>
            </a:rPr>
            <a:t>: </a:t>
          </a:r>
          <a:r>
            <a:rPr lang="en-US" sz="1400" kern="1200"/>
            <a:t>farm owners/policymakers</a:t>
          </a:r>
        </a:p>
      </dsp:txBody>
      <dsp:txXfrm>
        <a:off x="1737382" y="3418179"/>
        <a:ext cx="1706835" cy="682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6D9167-269D-4C24-9458-9761BDB246D0}">
      <dsp:nvSpPr>
        <dsp:cNvPr id="0" name=""/>
        <dsp:cNvSpPr/>
      </dsp:nvSpPr>
      <dsp:spPr>
        <a:xfrm>
          <a:off x="0" y="159405"/>
          <a:ext cx="6575533" cy="3931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FR1 – Flower Detection</a:t>
          </a:r>
          <a:endParaRPr lang="en-US" sz="1600" kern="1200"/>
        </a:p>
      </dsp:txBody>
      <dsp:txXfrm>
        <a:off x="19191" y="178596"/>
        <a:ext cx="6537151" cy="354738"/>
      </dsp:txXfrm>
    </dsp:sp>
    <dsp:sp modelId="{93411AB0-A10D-44DD-84C0-D1C4C3275668}">
      <dsp:nvSpPr>
        <dsp:cNvPr id="0" name=""/>
        <dsp:cNvSpPr/>
      </dsp:nvSpPr>
      <dsp:spPr>
        <a:xfrm>
          <a:off x="0" y="598605"/>
          <a:ext cx="6575533" cy="393120"/>
        </a:xfrm>
        <a:prstGeom prst="roundRect">
          <a:avLst/>
        </a:prstGeom>
        <a:solidFill>
          <a:schemeClr val="accent5">
            <a:hueOff val="-1906746"/>
            <a:satOff val="2554"/>
            <a:lumOff val="174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Detect male and female pumpkin flowers using deep learning.</a:t>
          </a:r>
        </a:p>
      </dsp:txBody>
      <dsp:txXfrm>
        <a:off x="19191" y="617796"/>
        <a:ext cx="6537151" cy="354738"/>
      </dsp:txXfrm>
    </dsp:sp>
    <dsp:sp modelId="{4FD96475-A9A8-487B-960A-CDD8A25FA69B}">
      <dsp:nvSpPr>
        <dsp:cNvPr id="0" name=""/>
        <dsp:cNvSpPr/>
      </dsp:nvSpPr>
      <dsp:spPr>
        <a:xfrm>
          <a:off x="0" y="1037805"/>
          <a:ext cx="6575533" cy="393120"/>
        </a:xfrm>
        <a:prstGeom prst="roundRect">
          <a:avLst/>
        </a:prstGeom>
        <a:solidFill>
          <a:schemeClr val="accent5">
            <a:hueOff val="-3813492"/>
            <a:satOff val="5107"/>
            <a:lumOff val="348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FR2 – Environmental Monitoring</a:t>
          </a:r>
          <a:endParaRPr lang="en-US" sz="1600" kern="1200"/>
        </a:p>
      </dsp:txBody>
      <dsp:txXfrm>
        <a:off x="19191" y="1056996"/>
        <a:ext cx="6537151" cy="354738"/>
      </dsp:txXfrm>
    </dsp:sp>
    <dsp:sp modelId="{DD2CB5B5-510C-485F-A38E-83D7101E00BA}">
      <dsp:nvSpPr>
        <dsp:cNvPr id="0" name=""/>
        <dsp:cNvSpPr/>
      </dsp:nvSpPr>
      <dsp:spPr>
        <a:xfrm>
          <a:off x="0" y="1477005"/>
          <a:ext cx="6575533" cy="393120"/>
        </a:xfrm>
        <a:prstGeom prst="roundRect">
          <a:avLst/>
        </a:prstGeom>
        <a:solidFill>
          <a:schemeClr val="accent5">
            <a:hueOff val="-5720238"/>
            <a:satOff val="7661"/>
            <a:lumOff val="522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Sensors collect temperature, humidity, light intensity, and soil moisture.</a:t>
          </a:r>
        </a:p>
      </dsp:txBody>
      <dsp:txXfrm>
        <a:off x="19191" y="1496196"/>
        <a:ext cx="6537151" cy="354738"/>
      </dsp:txXfrm>
    </dsp:sp>
    <dsp:sp modelId="{17092D6E-BC2B-4D8A-8C18-4632B8A79D59}">
      <dsp:nvSpPr>
        <dsp:cNvPr id="0" name=""/>
        <dsp:cNvSpPr/>
      </dsp:nvSpPr>
      <dsp:spPr>
        <a:xfrm>
          <a:off x="0" y="1916205"/>
          <a:ext cx="6575533" cy="393120"/>
        </a:xfrm>
        <a:prstGeom prst="roundRect">
          <a:avLst/>
        </a:prstGeom>
        <a:solidFill>
          <a:schemeClr val="accent5">
            <a:hueOff val="-7626984"/>
            <a:satOff val="10215"/>
            <a:lumOff val="69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FR3 – Pollination Recommendation</a:t>
          </a:r>
          <a:endParaRPr lang="en-US" sz="1600" kern="1200"/>
        </a:p>
      </dsp:txBody>
      <dsp:txXfrm>
        <a:off x="19191" y="1935396"/>
        <a:ext cx="6537151" cy="354738"/>
      </dsp:txXfrm>
    </dsp:sp>
    <dsp:sp modelId="{FC6526FC-2AA6-4395-AF5A-55183FBE635F}">
      <dsp:nvSpPr>
        <dsp:cNvPr id="0" name=""/>
        <dsp:cNvSpPr/>
      </dsp:nvSpPr>
      <dsp:spPr>
        <a:xfrm>
          <a:off x="0" y="2355405"/>
          <a:ext cx="6575533" cy="393120"/>
        </a:xfrm>
        <a:prstGeom prst="roundRect">
          <a:avLst/>
        </a:prstGeom>
        <a:solidFill>
          <a:schemeClr val="accent5">
            <a:hueOff val="-9533730"/>
            <a:satOff val="12768"/>
            <a:lumOff val="871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System determines if pollination should be performed.</a:t>
          </a:r>
        </a:p>
      </dsp:txBody>
      <dsp:txXfrm>
        <a:off x="19191" y="2374596"/>
        <a:ext cx="6537151" cy="354738"/>
      </dsp:txXfrm>
    </dsp:sp>
    <dsp:sp modelId="{10B80879-E363-45C0-AD39-00BE697BF7B4}">
      <dsp:nvSpPr>
        <dsp:cNvPr id="0" name=""/>
        <dsp:cNvSpPr/>
      </dsp:nvSpPr>
      <dsp:spPr>
        <a:xfrm>
          <a:off x="0" y="2794605"/>
          <a:ext cx="6575533" cy="393120"/>
        </a:xfrm>
        <a:prstGeom prst="roundRect">
          <a:avLst/>
        </a:prstGeom>
        <a:solidFill>
          <a:schemeClr val="accent5">
            <a:hueOff val="-11440476"/>
            <a:satOff val="15322"/>
            <a:lumOff val="1045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FR4 – Disease Detection</a:t>
          </a:r>
          <a:endParaRPr lang="en-US" sz="1600" kern="1200"/>
        </a:p>
      </dsp:txBody>
      <dsp:txXfrm>
        <a:off x="19191" y="2813796"/>
        <a:ext cx="6537151" cy="354738"/>
      </dsp:txXfrm>
    </dsp:sp>
    <dsp:sp modelId="{D7F13C61-6F55-459F-899F-7036C74011A1}">
      <dsp:nvSpPr>
        <dsp:cNvPr id="0" name=""/>
        <dsp:cNvSpPr/>
      </dsp:nvSpPr>
      <dsp:spPr>
        <a:xfrm>
          <a:off x="0" y="3233805"/>
          <a:ext cx="6575533" cy="393120"/>
        </a:xfrm>
        <a:prstGeom prst="roundRect">
          <a:avLst/>
        </a:prstGeom>
        <a:solidFill>
          <a:schemeClr val="accent5">
            <a:hueOff val="-13347222"/>
            <a:satOff val="17876"/>
            <a:lumOff val="1220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Detect plant health issues using image processing.</a:t>
          </a:r>
        </a:p>
      </dsp:txBody>
      <dsp:txXfrm>
        <a:off x="19191" y="3252996"/>
        <a:ext cx="6537151" cy="354738"/>
      </dsp:txXfrm>
    </dsp:sp>
    <dsp:sp modelId="{B36B954F-177F-4C42-A05E-FA4A12149693}">
      <dsp:nvSpPr>
        <dsp:cNvPr id="0" name=""/>
        <dsp:cNvSpPr/>
      </dsp:nvSpPr>
      <dsp:spPr>
        <a:xfrm>
          <a:off x="0" y="3673005"/>
          <a:ext cx="6575533" cy="393120"/>
        </a:xfrm>
        <a:prstGeom prst="roundRect">
          <a:avLst/>
        </a:prstGeom>
        <a:solidFill>
          <a:schemeClr val="accent5">
            <a:hueOff val="-15253968"/>
            <a:satOff val="20429"/>
            <a:lumOff val="139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FR5 – Active Learning</a:t>
          </a:r>
          <a:endParaRPr lang="en-US" sz="1600" kern="1200"/>
        </a:p>
      </dsp:txBody>
      <dsp:txXfrm>
        <a:off x="19191" y="3692196"/>
        <a:ext cx="6537151" cy="354738"/>
      </dsp:txXfrm>
    </dsp:sp>
    <dsp:sp modelId="{904C6DDB-B25C-48FA-8975-0FBE44694074}">
      <dsp:nvSpPr>
        <dsp:cNvPr id="0" name=""/>
        <dsp:cNvSpPr/>
      </dsp:nvSpPr>
      <dsp:spPr>
        <a:xfrm>
          <a:off x="0" y="4112205"/>
          <a:ext cx="6575533" cy="393120"/>
        </a:xfrm>
        <a:prstGeom prst="roundRect">
          <a:avLst/>
        </a:prstGeom>
        <a:solidFill>
          <a:schemeClr val="accent5">
            <a:hueOff val="-17160714"/>
            <a:satOff val="22983"/>
            <a:lumOff val="15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Improve model accuracy using farmer feedback.</a:t>
          </a:r>
        </a:p>
      </dsp:txBody>
      <dsp:txXfrm>
        <a:off x="19191" y="4131396"/>
        <a:ext cx="6537151" cy="3547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8A1DFA-B301-4E6D-AF59-DC1D72CBC6EB}" type="datetimeFigureOut"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FB2AF-D3DF-48CD-88C8-D09975FE8D8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955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Pumpkin farming requires </a:t>
            </a:r>
            <a:r>
              <a:rPr lang="en-US" b="1"/>
              <a:t>precise pollination timing</a:t>
            </a:r>
            <a:r>
              <a:rPr lang="en-US"/>
              <a:t> to ensure successful fruit set. However, farmers currently rely on </a:t>
            </a:r>
            <a:r>
              <a:rPr lang="en-US" b="1"/>
              <a:t>manual observation and natural pollinators</a:t>
            </a:r>
            <a:r>
              <a:rPr lang="en-US"/>
              <a:t>, which are inconsistent due to climate variability, labor shortages, and declining pollinator populations.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FB2AF-D3DF-48CD-88C8-D09975FE8D88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80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25-26J-189​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13111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25-26J-189​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30771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25-26J-189​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55997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25-26J-189​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6060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25-26J-189​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560638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25-26J-189​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332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25-26J-189​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3536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25-26J-189​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7012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25-26J-189​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17461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25-26J-189​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3782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25-26J-189​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9508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Group: 25-26J-189​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5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Zoz6r4qkQ8hBiqjgK1zmtbaMt2AC96jc/view?usp=shari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0" name="Rectangle 149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19648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>
                <a:latin typeface="Times New Roman"/>
                <a:ea typeface="+mj-lt"/>
                <a:cs typeface="Times New Roman"/>
              </a:rPr>
              <a:t>Smart Pollination Assistant for Pumpkin Farming</a:t>
            </a:r>
            <a:endParaRPr lang="en-US" sz="4400">
              <a:latin typeface="Times New Roman"/>
              <a:ea typeface="+mj-lt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4109" y="2891043"/>
            <a:ext cx="4620584" cy="77549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>
                <a:latin typeface="Times New Roman"/>
                <a:ea typeface="Calibri"/>
                <a:cs typeface="Times New Roman"/>
              </a:rPr>
              <a:t>IT4010 – Progress Presentation 2 (PP2)</a:t>
            </a:r>
          </a:p>
          <a:p>
            <a:pPr algn="l"/>
            <a:r>
              <a:rPr lang="en-US" sz="2000">
                <a:latin typeface="Times New Roman"/>
                <a:ea typeface="Calibri"/>
                <a:cs typeface="Times New Roman"/>
              </a:rPr>
              <a:t>Group: 25-26J-189</a:t>
            </a:r>
            <a:endParaRPr lang="en-US" sz="2000">
              <a:latin typeface="Times New Roman"/>
              <a:cs typeface="Times New Roman"/>
            </a:endParaRPr>
          </a:p>
        </p:txBody>
      </p:sp>
      <p:pic>
        <p:nvPicPr>
          <p:cNvPr id="5" name="Picture 4" descr="A robot in a field with bees flying around&#10;&#10;AI-generated content may be incorrect.">
            <a:extLst>
              <a:ext uri="{FF2B5EF4-FFF2-40B4-BE49-F238E27FC236}">
                <a16:creationId xmlns:a16="http://schemas.microsoft.com/office/drawing/2014/main" id="{405C0CF0-0E0C-4440-040B-8522BB9B93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86" r="19477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12" name="Picture 1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3B1B993-9DFC-22B8-C17C-FBF0B84EE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6361113"/>
            <a:ext cx="2647950" cy="44767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EAC7F06-D802-618A-D4A2-3D96FDE7D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8ECE0E9-96F5-F079-299B-B380A7083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25-26J-189​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529B2-5AC4-9703-338E-1FAEC7BF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516" y="4178"/>
            <a:ext cx="10515600" cy="1325563"/>
          </a:xfrm>
        </p:spPr>
        <p:txBody>
          <a:bodyPr/>
          <a:lstStyle/>
          <a:p>
            <a:pPr algn="ctr"/>
            <a:r>
              <a:rPr lang="en-US" sz="4000">
                <a:latin typeface="Times New Roman"/>
                <a:ea typeface="Calibri"/>
                <a:cs typeface="Times New Roman"/>
              </a:rPr>
              <a:t>Problem Statement &amp; Stakeholders 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19BB4-1445-CA27-47F0-49E64B9F4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8189" y="1188229"/>
            <a:ext cx="6050042" cy="885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 sz="2000">
                <a:latin typeface="Times New Roman"/>
                <a:ea typeface="+mn-lt"/>
                <a:cs typeface="Times New Roman"/>
              </a:rPr>
              <a:t>Pumpkin farming in Sri Lanka relies on manual pollination and farmer experience.</a:t>
            </a:r>
            <a:endParaRPr lang="en-US" sz="2000">
              <a:latin typeface="Times New Roman"/>
              <a:cs typeface="Times New Roman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38A74DC-2E6B-A736-692C-F6EC948881F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63360011"/>
              </p:ext>
            </p:extLst>
          </p:nvPr>
        </p:nvGraphicFramePr>
        <p:xfrm>
          <a:off x="6790930" y="1041176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8" name="Picture 17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AE999D25-82D1-DA4C-9E49-FAAC82F06F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" y="6361113"/>
            <a:ext cx="2647950" cy="447675"/>
          </a:xfrm>
          <a:prstGeom prst="rect">
            <a:avLst/>
          </a:prstGeom>
        </p:spPr>
      </p:pic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2DC125AC-8FEE-1346-F568-C0C355150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latin typeface="Times New Roman"/>
                <a:cs typeface="Times New Roman"/>
              </a:rPr>
              <a:t>2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1E73A4E8-A6FE-CE08-776E-69BD26A76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Group: 25-26J-189​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AFD2C4C-9252-1C24-24EC-FCC30E941079}"/>
              </a:ext>
            </a:extLst>
          </p:cNvPr>
          <p:cNvSpPr txBox="1"/>
          <p:nvPr/>
        </p:nvSpPr>
        <p:spPr>
          <a:xfrm>
            <a:off x="388189" y="1815628"/>
            <a:ext cx="543176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Problem: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Pollination must occur within a short time window and requires accurate identification of female flowers, but current methods rely on manual observation.</a:t>
            </a: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81A3371-B0EE-E458-574D-E5FCA1875759}"/>
              </a:ext>
            </a:extLst>
          </p:cNvPr>
          <p:cNvSpPr txBox="1"/>
          <p:nvPr/>
        </p:nvSpPr>
        <p:spPr>
          <a:xfrm>
            <a:off x="388189" y="3026617"/>
            <a:ext cx="56618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Impact: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Leads to reduced yield, higher labor costs, and inconsistent crop quality.</a:t>
            </a: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51EA78-063F-CC7F-2B1F-969C738C946B}"/>
              </a:ext>
            </a:extLst>
          </p:cNvPr>
          <p:cNvSpPr txBox="1"/>
          <p:nvPr/>
        </p:nvSpPr>
        <p:spPr>
          <a:xfrm>
            <a:off x="395017" y="3810873"/>
            <a:ext cx="7181514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Manual identification of pumpkin female flowers and timing pollination in the short morning window is difficult, causing missed pollination and reduced crop yield.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Incorrect pollination timing and flower identification lead to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lower fruit yield, increased labor effort, and inconsistent crop quality</a:t>
            </a:r>
            <a:r>
              <a:rPr lang="en-US" sz="2000">
                <a:latin typeface="Times New Roman"/>
                <a:ea typeface="+mn-lt"/>
                <a:cs typeface="Times New Roman"/>
              </a:rPr>
              <a:t>, directly affecting farmer income and agricultural productivity.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9710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Predefined Process 2">
            <a:extLst>
              <a:ext uri="{FF2B5EF4-FFF2-40B4-BE49-F238E27FC236}">
                <a16:creationId xmlns:a16="http://schemas.microsoft.com/office/drawing/2014/main" id="{17F2030C-ED5D-5EEF-8648-FF54830D4E9D}"/>
              </a:ext>
            </a:extLst>
          </p:cNvPr>
          <p:cNvSpPr/>
          <p:nvPr/>
        </p:nvSpPr>
        <p:spPr>
          <a:xfrm>
            <a:off x="503993" y="2221025"/>
            <a:ext cx="4432742" cy="3852954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FF0C9-7E0D-715E-40C2-1BB1D5A91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06" y="287274"/>
            <a:ext cx="4446337" cy="128545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>
                <a:latin typeface="Times New Roman"/>
                <a:ea typeface="+mj-lt"/>
                <a:cs typeface="Times New Roman"/>
              </a:rPr>
              <a:t>Research Gap &amp; Objectives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57" name="Content Placeholder 56">
            <a:extLst>
              <a:ext uri="{FF2B5EF4-FFF2-40B4-BE49-F238E27FC236}">
                <a16:creationId xmlns:a16="http://schemas.microsoft.com/office/drawing/2014/main" id="{2EFB593E-9AAD-BBD3-A2E9-47C6F80F0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989" y="2436117"/>
            <a:ext cx="4063110" cy="316600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introduces a novel precision agriculture approach by integrating </a:t>
            </a:r>
            <a:r>
              <a:rPr lang="en-US" b="1">
                <a:latin typeface="Times New Roman"/>
                <a:ea typeface="+mn-lt"/>
                <a:cs typeface="Times New Roman"/>
              </a:rPr>
              <a:t>IoT-based environmental sensing, smartphone-based computer vision, and adaptive machine learning</a:t>
            </a:r>
            <a:r>
              <a:rPr lang="en-US">
                <a:latin typeface="Times New Roman"/>
                <a:ea typeface="+mn-lt"/>
                <a:cs typeface="Times New Roman"/>
              </a:rPr>
              <a:t> to support real-time pollination decisions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28C72C38-C6F3-C5F0-0235-39BE1FE1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Group: 25-26J-189​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DE84DD57-42A7-BEFE-65EF-9628A59F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latin typeface="Times New Roman"/>
                <a:cs typeface="Times New Roman"/>
              </a:rPr>
              <a:t>3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68225-6B40-5969-664C-8A082AF4393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33684" y="1608974"/>
            <a:ext cx="4446588" cy="8239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0">
                <a:latin typeface="Times New Roman"/>
                <a:ea typeface="+mn-lt"/>
                <a:cs typeface="Times New Roman"/>
              </a:rPr>
              <a:t>Research Gap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39" name="Picture 38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455FB52D-1EE6-5ACD-01B5-80E316FDC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6361113"/>
            <a:ext cx="2647950" cy="44767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4ECB6A5-6955-893E-725A-7ABFDE7BBD5B}"/>
              </a:ext>
            </a:extLst>
          </p:cNvPr>
          <p:cNvSpPr/>
          <p:nvPr/>
        </p:nvSpPr>
        <p:spPr>
          <a:xfrm>
            <a:off x="6695169" y="291447"/>
            <a:ext cx="1075660" cy="10227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/>
              <a:t>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372DDC-800E-72FF-7F7D-75F4FBFFB01E}"/>
              </a:ext>
            </a:extLst>
          </p:cNvPr>
          <p:cNvSpPr/>
          <p:nvPr/>
        </p:nvSpPr>
        <p:spPr>
          <a:xfrm>
            <a:off x="6695167" y="1481237"/>
            <a:ext cx="1075660" cy="10227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/>
              <a:t>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FE3C29E-2C55-A6D7-8BA5-D37806C824F3}"/>
              </a:ext>
            </a:extLst>
          </p:cNvPr>
          <p:cNvSpPr/>
          <p:nvPr/>
        </p:nvSpPr>
        <p:spPr>
          <a:xfrm>
            <a:off x="6695167" y="2751235"/>
            <a:ext cx="1075660" cy="10227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5F5EC26-2AE5-900F-461E-4E9108A3F89B}"/>
              </a:ext>
            </a:extLst>
          </p:cNvPr>
          <p:cNvSpPr/>
          <p:nvPr/>
        </p:nvSpPr>
        <p:spPr>
          <a:xfrm>
            <a:off x="6695165" y="3900920"/>
            <a:ext cx="1075660" cy="10227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/>
              <a:t>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7CBDDE-FD60-D2DC-99A1-CE6D3B148FBC}"/>
              </a:ext>
            </a:extLst>
          </p:cNvPr>
          <p:cNvSpPr/>
          <p:nvPr/>
        </p:nvSpPr>
        <p:spPr>
          <a:xfrm>
            <a:off x="6695164" y="5211025"/>
            <a:ext cx="1075660" cy="10227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/>
              <a:t>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8B579D-BC12-E33E-1FC4-FBF25A488F74}"/>
              </a:ext>
            </a:extLst>
          </p:cNvPr>
          <p:cNvSpPr txBox="1"/>
          <p:nvPr/>
        </p:nvSpPr>
        <p:spPr>
          <a:xfrm>
            <a:off x="8114632" y="336705"/>
            <a:ext cx="36522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Develop an AI + IoT smart pollination assistant for pumpkin farming.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DFB197-792C-6E90-7FA4-3A194747936F}"/>
              </a:ext>
            </a:extLst>
          </p:cNvPr>
          <p:cNvSpPr txBox="1"/>
          <p:nvPr/>
        </p:nvSpPr>
        <p:spPr>
          <a:xfrm>
            <a:off x="8114632" y="1975555"/>
            <a:ext cx="401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≥90% flower detection accuracy and improved fruit set rate.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98678-51AA-9FAF-A668-630F4B38DAD2}"/>
              </a:ext>
            </a:extLst>
          </p:cNvPr>
          <p:cNvSpPr txBox="1"/>
          <p:nvPr/>
        </p:nvSpPr>
        <p:spPr>
          <a:xfrm>
            <a:off x="8114632" y="3121179"/>
            <a:ext cx="371909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Implement using IoT sensors, computer vision, and mobile app.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E308D3-8143-0F0E-0E6A-FFBA1C3F1304}"/>
              </a:ext>
            </a:extLst>
          </p:cNvPr>
          <p:cNvSpPr txBox="1"/>
          <p:nvPr/>
        </p:nvSpPr>
        <p:spPr>
          <a:xfrm>
            <a:off x="8114632" y="4144198"/>
            <a:ext cx="34517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Improves pollination efficiency and farmer productivity.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DBBC97-5382-E63A-F246-BE11B3E1A5E0}"/>
              </a:ext>
            </a:extLst>
          </p:cNvPr>
          <p:cNvSpPr txBox="1"/>
          <p:nvPr/>
        </p:nvSpPr>
        <p:spPr>
          <a:xfrm>
            <a:off x="8114632" y="5439995"/>
            <a:ext cx="338488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Completed and validated within one cultivation season.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47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Rectangle: Folded Corner 867">
            <a:extLst>
              <a:ext uri="{FF2B5EF4-FFF2-40B4-BE49-F238E27FC236}">
                <a16:creationId xmlns:a16="http://schemas.microsoft.com/office/drawing/2014/main" id="{D70DC4BA-6D54-1B22-64C4-C26DD0B1BB0A}"/>
              </a:ext>
            </a:extLst>
          </p:cNvPr>
          <p:cNvSpPr/>
          <p:nvPr/>
        </p:nvSpPr>
        <p:spPr>
          <a:xfrm>
            <a:off x="499435" y="674575"/>
            <a:ext cx="498804" cy="997606"/>
          </a:xfrm>
          <a:prstGeom prst="halfFram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/>
              <a:cs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9E556-B1B1-42CE-A03C-B404D8002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81" y="-384065"/>
            <a:ext cx="9698037" cy="15113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>
                <a:latin typeface="Times New Roman"/>
                <a:ea typeface="+mj-lt"/>
                <a:cs typeface="Times New Roman"/>
              </a:rPr>
              <a:t>Solution Overview</a:t>
            </a:r>
            <a:endParaRPr lang="en-US" b="1">
              <a:latin typeface="Times New Roman"/>
              <a:cs typeface="Times New Roman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D1812E3A-B12B-2F6E-1418-D12FA1A6A3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258571"/>
              </p:ext>
            </p:extLst>
          </p:nvPr>
        </p:nvGraphicFramePr>
        <p:xfrm>
          <a:off x="750013" y="1687676"/>
          <a:ext cx="6575533" cy="4664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6141E-0A23-6EC4-E5EB-11088C3B4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97212" y="1750505"/>
            <a:ext cx="4771311" cy="2693114"/>
          </a:xfrm>
          <a:prstGeom prst="flowChartOffpageConnector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>
                <a:latin typeface="Times New Roman"/>
                <a:cs typeface="Times New Roman"/>
              </a:rPr>
              <a:t>Non-Functional Requirements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000">
                <a:latin typeface="Times New Roman"/>
                <a:cs typeface="Times New Roman"/>
              </a:rPr>
              <a:t>Real-time performance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000">
                <a:latin typeface="Times New Roman"/>
                <a:cs typeface="Times New Roman"/>
              </a:rPr>
              <a:t>Low cost for farmers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000">
                <a:latin typeface="Times New Roman"/>
                <a:cs typeface="Times New Roman"/>
              </a:rPr>
              <a:t>Mobile usability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000">
                <a:latin typeface="Times New Roman"/>
                <a:cs typeface="Times New Roman"/>
              </a:rPr>
              <a:t>Reliable IoT data collection</a:t>
            </a:r>
          </a:p>
          <a:p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1966D0-28FA-5778-3B2D-FCB49C5C3F5B}"/>
              </a:ext>
            </a:extLst>
          </p:cNvPr>
          <p:cNvSpPr txBox="1"/>
          <p:nvPr/>
        </p:nvSpPr>
        <p:spPr>
          <a:xfrm>
            <a:off x="746250" y="856898"/>
            <a:ext cx="107836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ea typeface="Calibri"/>
                <a:cs typeface="Times New Roman"/>
              </a:rPr>
              <a:t>A </a:t>
            </a:r>
            <a:r>
              <a:rPr lang="en-US" b="1">
                <a:latin typeface="Times New Roman"/>
                <a:cs typeface="Times New Roman"/>
              </a:rPr>
              <a:t>smart agriculture system combining IoT sensors and smartphone-based AI</a:t>
            </a:r>
            <a:r>
              <a:rPr lang="en-US">
                <a:latin typeface="Times New Roman"/>
                <a:ea typeface="Calibri"/>
                <a:cs typeface="Times New Roman"/>
              </a:rPr>
              <a:t> to determine optimal pumpkin pollination timing and guide farmers during the pollination window</a:t>
            </a:r>
            <a:endParaRPr lang="en-US" err="1">
              <a:latin typeface="Times New Roman"/>
              <a:cs typeface="Times New Roman"/>
            </a:endParaRPr>
          </a:p>
        </p:txBody>
      </p:sp>
      <p:sp>
        <p:nvSpPr>
          <p:cNvPr id="1475" name="Half Frame 1474">
            <a:extLst>
              <a:ext uri="{FF2B5EF4-FFF2-40B4-BE49-F238E27FC236}">
                <a16:creationId xmlns:a16="http://schemas.microsoft.com/office/drawing/2014/main" id="{30794AEF-0C4B-7B3D-92C5-CB4DC3AE874C}"/>
              </a:ext>
            </a:extLst>
          </p:cNvPr>
          <p:cNvSpPr/>
          <p:nvPr/>
        </p:nvSpPr>
        <p:spPr>
          <a:xfrm rot="10800000">
            <a:off x="10932008" y="509925"/>
            <a:ext cx="522757" cy="1003588"/>
          </a:xfrm>
          <a:prstGeom prst="halfFram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9" name="Picture 28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801A63B-8138-511E-4368-CEC2819A82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" y="6361113"/>
            <a:ext cx="2647950" cy="447675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7C22049-26DB-5D9F-B791-30CDA4402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4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0FA9BB3-760F-38B7-87AC-D09E9EED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25-26J-189​</a:t>
            </a:r>
          </a:p>
        </p:txBody>
      </p:sp>
      <p:graphicFrame>
        <p:nvGraphicFramePr>
          <p:cNvPr id="1518" name="Chart 1517">
            <a:extLst>
              <a:ext uri="{FF2B5EF4-FFF2-40B4-BE49-F238E27FC236}">
                <a16:creationId xmlns:a16="http://schemas.microsoft.com/office/drawing/2014/main" id="{988B5734-6C64-77FC-F5A1-303169BCA6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9713836"/>
              </p:ext>
            </p:extLst>
          </p:nvPr>
        </p:nvGraphicFramePr>
        <p:xfrm>
          <a:off x="8085667" y="3853392"/>
          <a:ext cx="3372555" cy="2495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679" name="TextBox 1678">
            <a:extLst>
              <a:ext uri="{FF2B5EF4-FFF2-40B4-BE49-F238E27FC236}">
                <a16:creationId xmlns:a16="http://schemas.microsoft.com/office/drawing/2014/main" id="{846042CC-5869-AFA2-BA25-72D6448CDE06}"/>
              </a:ext>
            </a:extLst>
          </p:cNvPr>
          <p:cNvSpPr txBox="1"/>
          <p:nvPr/>
        </p:nvSpPr>
        <p:spPr>
          <a:xfrm>
            <a:off x="9479638" y="4922719"/>
            <a:ext cx="6688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70%</a:t>
            </a:r>
          </a:p>
        </p:txBody>
      </p:sp>
    </p:spTree>
    <p:extLst>
      <p:ext uri="{BB962C8B-B14F-4D97-AF65-F5344CB8AC3E}">
        <p14:creationId xmlns:p14="http://schemas.microsoft.com/office/powerpoint/2010/main" val="4198527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54A40-AEF9-15BF-1989-DBC6451F5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480" y="6007539"/>
            <a:ext cx="9224454" cy="460838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ea typeface="+mj-lt"/>
                <a:cs typeface="+mj-lt"/>
              </a:rPr>
              <a:t>System Architecture Overview</a:t>
            </a:r>
            <a:endParaRPr lang="en-US" sz="3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22C7EA91-A211-3436-4861-C5B8C5BAA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6361113"/>
            <a:ext cx="2647950" cy="44767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B9BEB-B325-2C97-306F-A12E5BEF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FF753-114F-44BD-6E2B-4BBF1A5C3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6963"/>
            <a:ext cx="4114800" cy="365125"/>
          </a:xfrm>
        </p:spPr>
        <p:txBody>
          <a:bodyPr/>
          <a:lstStyle/>
          <a:p>
            <a:r>
              <a:rPr lang="en-US"/>
              <a:t>Group: 25-26J-189​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431BC0-595C-16F6-9795-C41BB590E200}"/>
              </a:ext>
            </a:extLst>
          </p:cNvPr>
          <p:cNvSpPr txBox="1"/>
          <p:nvPr/>
        </p:nvSpPr>
        <p:spPr>
          <a:xfrm>
            <a:off x="8607995" y="6102238"/>
            <a:ext cx="9979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hlinkClick r:id="rId3"/>
              </a:rPr>
              <a:t>link</a:t>
            </a:r>
            <a:endParaRPr lang="en-US"/>
          </a:p>
        </p:txBody>
      </p:sp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0E2C778-2CE3-3486-C6AE-8D2B7B1B96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19" t="6250" r="-3638" b="-1709"/>
          <a:stretch>
            <a:fillRect/>
          </a:stretch>
        </p:blipFill>
        <p:spPr>
          <a:xfrm>
            <a:off x="3715" y="-121323"/>
            <a:ext cx="12353435" cy="634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11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94A2B-C16D-3E37-C005-909328E5E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474080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Commercialization / Impact</a:t>
            </a:r>
          </a:p>
        </p:txBody>
      </p:sp>
      <p:pic>
        <p:nvPicPr>
          <p:cNvPr id="3" name="Picture 2" descr="A group of people in a farm&#10;&#10;AI-generated content may be incorrect.">
            <a:extLst>
              <a:ext uri="{FF2B5EF4-FFF2-40B4-BE49-F238E27FC236}">
                <a16:creationId xmlns:a16="http://schemas.microsoft.com/office/drawing/2014/main" id="{4A7C548F-2263-31A6-7095-095B97A76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953982"/>
            <a:ext cx="3758184" cy="25085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2E186A-0AF3-20D3-F7D9-A9E111864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953982"/>
            <a:ext cx="3758184" cy="2508587"/>
          </a:xfrm>
          <a:prstGeom prst="rect">
            <a:avLst/>
          </a:prstGeom>
        </p:spPr>
      </p:pic>
      <p:pic>
        <p:nvPicPr>
          <p:cNvPr id="4" name="Picture 3" descr="A couple of people in a farm&#10;&#10;AI-generated content may be incorrect.">
            <a:extLst>
              <a:ext uri="{FF2B5EF4-FFF2-40B4-BE49-F238E27FC236}">
                <a16:creationId xmlns:a16="http://schemas.microsoft.com/office/drawing/2014/main" id="{B839F690-C51A-9F5F-2B5F-73559A353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953982"/>
            <a:ext cx="3758184" cy="25085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E51F78-F92F-8568-5969-63189835359D}"/>
              </a:ext>
            </a:extLst>
          </p:cNvPr>
          <p:cNvSpPr txBox="1"/>
          <p:nvPr/>
        </p:nvSpPr>
        <p:spPr>
          <a:xfrm>
            <a:off x="4738696" y="3700789"/>
            <a:ext cx="32639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Agricultural Advisory Services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50B7A4-D30B-4D34-2DCA-14336CF5C8B8}"/>
              </a:ext>
            </a:extLst>
          </p:cNvPr>
          <p:cNvSpPr txBox="1"/>
          <p:nvPr/>
        </p:nvSpPr>
        <p:spPr>
          <a:xfrm>
            <a:off x="8663714" y="3700788"/>
            <a:ext cx="32639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Times New Roman"/>
                <a:cs typeface="Times New Roman"/>
              </a:rPr>
              <a:t>Smart Agriculture Startups</a:t>
            </a:r>
            <a:endParaRPr lang="en-US" sz="1600">
              <a:latin typeface="Times New Roman"/>
              <a:cs typeface="Times New Roman"/>
            </a:endParaRPr>
          </a:p>
          <a:p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89187F-F903-686E-9530-E2812EB88EBC}"/>
              </a:ext>
            </a:extLst>
          </p:cNvPr>
          <p:cNvSpPr txBox="1"/>
          <p:nvPr/>
        </p:nvSpPr>
        <p:spPr>
          <a:xfrm>
            <a:off x="655525" y="3700787"/>
            <a:ext cx="32639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Times New Roman"/>
                <a:cs typeface="Times New Roman"/>
              </a:rPr>
              <a:t>small‑ and medium‑scale pumpkin farmers</a:t>
            </a:r>
            <a:endParaRPr lang="en-US" sz="1600">
              <a:latin typeface="Times New Roman"/>
              <a:cs typeface="Times New Roman"/>
            </a:endParaRPr>
          </a:p>
        </p:txBody>
      </p:sp>
      <p:pic>
        <p:nvPicPr>
          <p:cNvPr id="9" name="Picture 8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BAE0B3E-17AD-D393-342F-D2A82D01A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361113"/>
            <a:ext cx="2647950" cy="447675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06A4A9D-613E-22D8-6218-B0A08192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68F49-E9E8-02AC-3B20-56C645192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25-26J-189​</a:t>
            </a:r>
          </a:p>
        </p:txBody>
      </p:sp>
    </p:spTree>
    <p:extLst>
      <p:ext uri="{BB962C8B-B14F-4D97-AF65-F5344CB8AC3E}">
        <p14:creationId xmlns:p14="http://schemas.microsoft.com/office/powerpoint/2010/main" val="2970484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75098-1A4C-4C17-79DF-9803B7752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8678"/>
            <a:ext cx="3069389" cy="594218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>
                <a:ea typeface="+mn-lt"/>
                <a:cs typeface="+mn-lt"/>
              </a:rPr>
              <a:t>Value Proposition</a:t>
            </a:r>
            <a:endParaRPr lang="en-US"/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AI + IoT system that detects female flowers and optimal pollination time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Improves pollination accuracy and crop yield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Reduces manual labor and farmer guesswork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Enables data-driven farming decisions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993DC-0E6F-CD24-B03D-A91031BC7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25-26J-189​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6EFABC-9028-54A5-DD2F-BDCC9E462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E36AF3-7293-6061-2B30-F8062BAE2B18}"/>
              </a:ext>
            </a:extLst>
          </p:cNvPr>
          <p:cNvSpPr txBox="1">
            <a:spLocks/>
          </p:cNvSpPr>
          <p:nvPr/>
        </p:nvSpPr>
        <p:spPr>
          <a:xfrm>
            <a:off x="4372811" y="454025"/>
            <a:ext cx="3363494" cy="594218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>
                <a:ea typeface="+mn-lt"/>
                <a:cs typeface="+mn-lt"/>
              </a:rPr>
              <a:t>Cost &amp; Feasibility</a:t>
            </a:r>
            <a:endParaRPr lang="en-US"/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Low-cost hardware: ESP32 + environmental sensors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Uses existing farmer smartphones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Estimated setup cost: ~$80–$120 per farm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Affordable for small and medium-scale farmers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D975098-1A4C-4C17-79DF-9803B77521C6}"/>
              </a:ext>
            </a:extLst>
          </p:cNvPr>
          <p:cNvSpPr>
            <a:spLocks noGrp="1"/>
          </p:cNvSpPr>
          <p:nvPr/>
        </p:nvSpPr>
        <p:spPr>
          <a:xfrm>
            <a:off x="8431463" y="448678"/>
            <a:ext cx="3122863" cy="59421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>
                <a:ea typeface="+mn-lt"/>
                <a:cs typeface="+mn-lt"/>
              </a:rPr>
              <a:t>Adoption Plan </a:t>
            </a:r>
            <a:endParaRPr lang="en-US"/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Pilot testing with local pumpkin farmers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Collect farmer feedback and real field data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Improve AI model and system accuracy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Scale deployment through agricultural organizations and farming cooperatives</a:t>
            </a:r>
          </a:p>
        </p:txBody>
      </p:sp>
      <p:pic>
        <p:nvPicPr>
          <p:cNvPr id="10" name="Picture 9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0B849362-1264-DABC-3761-18E5ADED6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6361113"/>
            <a:ext cx="264795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30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80F1D3-7650-4307-A001-0163AD371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Hand Leave Pen · Free photo on Pixabay">
            <a:extLst>
              <a:ext uri="{FF2B5EF4-FFF2-40B4-BE49-F238E27FC236}">
                <a16:creationId xmlns:a16="http://schemas.microsoft.com/office/drawing/2014/main" id="{536A9825-4196-BCBA-1194-1B14841D46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54" r="1" b="1"/>
          <a:stretch>
            <a:fillRect/>
          </a:stretch>
        </p:blipFill>
        <p:spPr>
          <a:xfrm>
            <a:off x="1695450" y="283941"/>
            <a:ext cx="8801100" cy="5955873"/>
          </a:xfrm>
          <a:custGeom>
            <a:avLst/>
            <a:gdLst/>
            <a:ahLst/>
            <a:cxnLst/>
            <a:rect l="l" t="t" r="r" b="b"/>
            <a:pathLst>
              <a:path w="8678780" h="5873097">
                <a:moveTo>
                  <a:pt x="1379513" y="25"/>
                </a:moveTo>
                <a:cubicBezTo>
                  <a:pt x="1399326" y="458"/>
                  <a:pt x="1419819" y="6516"/>
                  <a:pt x="1438386" y="8439"/>
                </a:cubicBezTo>
                <a:cubicBezTo>
                  <a:pt x="1848256" y="51517"/>
                  <a:pt x="2258124" y="98056"/>
                  <a:pt x="2668443" y="139209"/>
                </a:cubicBezTo>
                <a:cubicBezTo>
                  <a:pt x="3052045" y="177671"/>
                  <a:pt x="3438361" y="186516"/>
                  <a:pt x="3823773" y="206516"/>
                </a:cubicBezTo>
                <a:cubicBezTo>
                  <a:pt x="4290252" y="230748"/>
                  <a:pt x="4755825" y="264980"/>
                  <a:pt x="5219588" y="318825"/>
                </a:cubicBezTo>
                <a:cubicBezTo>
                  <a:pt x="5541595" y="356518"/>
                  <a:pt x="5866772" y="382670"/>
                  <a:pt x="6193307" y="352672"/>
                </a:cubicBezTo>
                <a:cubicBezTo>
                  <a:pt x="6209610" y="351131"/>
                  <a:pt x="6228180" y="346134"/>
                  <a:pt x="6241767" y="351131"/>
                </a:cubicBezTo>
                <a:cubicBezTo>
                  <a:pt x="6400280" y="407287"/>
                  <a:pt x="6573284" y="366901"/>
                  <a:pt x="6737683" y="402287"/>
                </a:cubicBezTo>
                <a:cubicBezTo>
                  <a:pt x="6695564" y="538826"/>
                  <a:pt x="6514862" y="527670"/>
                  <a:pt x="6412962" y="622288"/>
                </a:cubicBezTo>
                <a:cubicBezTo>
                  <a:pt x="6579172" y="659979"/>
                  <a:pt x="6728627" y="698057"/>
                  <a:pt x="6880346" y="726518"/>
                </a:cubicBezTo>
                <a:cubicBezTo>
                  <a:pt x="7041122" y="756519"/>
                  <a:pt x="7177442" y="837673"/>
                  <a:pt x="7334594" y="873826"/>
                </a:cubicBezTo>
                <a:cubicBezTo>
                  <a:pt x="7368112" y="881518"/>
                  <a:pt x="7408419" y="908442"/>
                  <a:pt x="7420192" y="934596"/>
                </a:cubicBezTo>
                <a:cubicBezTo>
                  <a:pt x="7458235" y="1019211"/>
                  <a:pt x="8217735" y="1256521"/>
                  <a:pt x="8128063" y="1331904"/>
                </a:cubicBezTo>
                <a:cubicBezTo>
                  <a:pt x="8090926" y="1363059"/>
                  <a:pt x="8042918" y="1385367"/>
                  <a:pt x="7992648" y="1416136"/>
                </a:cubicBezTo>
                <a:cubicBezTo>
                  <a:pt x="8068283" y="1474214"/>
                  <a:pt x="8153426" y="1499598"/>
                  <a:pt x="8244004" y="1516906"/>
                </a:cubicBezTo>
                <a:cubicBezTo>
                  <a:pt x="8271178" y="1522290"/>
                  <a:pt x="8297900" y="1533059"/>
                  <a:pt x="8300615" y="1559214"/>
                </a:cubicBezTo>
                <a:cubicBezTo>
                  <a:pt x="8303332" y="1586521"/>
                  <a:pt x="8275706" y="1597289"/>
                  <a:pt x="8252610" y="1609983"/>
                </a:cubicBezTo>
                <a:cubicBezTo>
                  <a:pt x="8220454" y="1627674"/>
                  <a:pt x="8189205" y="1643059"/>
                  <a:pt x="8148444" y="1645368"/>
                </a:cubicBezTo>
                <a:cubicBezTo>
                  <a:pt x="8081415" y="1648828"/>
                  <a:pt x="8049262" y="1698059"/>
                  <a:pt x="8010314" y="1734983"/>
                </a:cubicBezTo>
                <a:cubicBezTo>
                  <a:pt x="7988574" y="1755753"/>
                  <a:pt x="7977704" y="1797675"/>
                  <a:pt x="8015746" y="1804984"/>
                </a:cubicBezTo>
                <a:cubicBezTo>
                  <a:pt x="8107232" y="1822675"/>
                  <a:pt x="8099984" y="1873831"/>
                  <a:pt x="8097722" y="1931908"/>
                </a:cubicBezTo>
                <a:cubicBezTo>
                  <a:pt x="8094550" y="2003830"/>
                  <a:pt x="8040654" y="2036908"/>
                  <a:pt x="7974534" y="2064601"/>
                </a:cubicBezTo>
                <a:cubicBezTo>
                  <a:pt x="7951888" y="2074215"/>
                  <a:pt x="7919734" y="2073829"/>
                  <a:pt x="7911128" y="2103831"/>
                </a:cubicBezTo>
                <a:cubicBezTo>
                  <a:pt x="7948266" y="2132293"/>
                  <a:pt x="7993555" y="2109215"/>
                  <a:pt x="8033411" y="2117292"/>
                </a:cubicBezTo>
                <a:cubicBezTo>
                  <a:pt x="8066471" y="2123831"/>
                  <a:pt x="8121271" y="2120370"/>
                  <a:pt x="8075982" y="2172677"/>
                </a:cubicBezTo>
                <a:cubicBezTo>
                  <a:pt x="8062847" y="2187676"/>
                  <a:pt x="8078246" y="2199215"/>
                  <a:pt x="8095004" y="2200369"/>
                </a:cubicBezTo>
                <a:cubicBezTo>
                  <a:pt x="8229060" y="2212293"/>
                  <a:pt x="8167466" y="2318063"/>
                  <a:pt x="8210492" y="2373833"/>
                </a:cubicBezTo>
                <a:cubicBezTo>
                  <a:pt x="8222264" y="2389215"/>
                  <a:pt x="8209584" y="2415754"/>
                  <a:pt x="8191016" y="2422293"/>
                </a:cubicBezTo>
                <a:cubicBezTo>
                  <a:pt x="8072357" y="2465372"/>
                  <a:pt x="8056054" y="2568063"/>
                  <a:pt x="7998536" y="2656525"/>
                </a:cubicBezTo>
                <a:cubicBezTo>
                  <a:pt x="8061036" y="2691525"/>
                  <a:pt x="8135764" y="2699217"/>
                  <a:pt x="8203244" y="2721909"/>
                </a:cubicBezTo>
                <a:cubicBezTo>
                  <a:pt x="8273442" y="2745756"/>
                  <a:pt x="8273442" y="2763447"/>
                  <a:pt x="8215472" y="2832678"/>
                </a:cubicBezTo>
                <a:cubicBezTo>
                  <a:pt x="8366284" y="2847680"/>
                  <a:pt x="8366284" y="2847680"/>
                  <a:pt x="8319638" y="2956526"/>
                </a:cubicBezTo>
                <a:cubicBezTo>
                  <a:pt x="8445996" y="2966525"/>
                  <a:pt x="8529327" y="3018064"/>
                  <a:pt x="8548800" y="3130757"/>
                </a:cubicBezTo>
                <a:cubicBezTo>
                  <a:pt x="8558311" y="3185372"/>
                  <a:pt x="8615377" y="3211141"/>
                  <a:pt x="8678780" y="3247679"/>
                </a:cubicBezTo>
                <a:cubicBezTo>
                  <a:pt x="8599978" y="3283066"/>
                  <a:pt x="8546537" y="3356911"/>
                  <a:pt x="8454599" y="3278833"/>
                </a:cubicBezTo>
                <a:cubicBezTo>
                  <a:pt x="8421087" y="3250373"/>
                  <a:pt x="8424254" y="3286526"/>
                  <a:pt x="8419728" y="3296911"/>
                </a:cubicBezTo>
                <a:cubicBezTo>
                  <a:pt x="8408859" y="3322295"/>
                  <a:pt x="8431501" y="3339218"/>
                  <a:pt x="8446448" y="3358448"/>
                </a:cubicBezTo>
                <a:cubicBezTo>
                  <a:pt x="8460939" y="3377681"/>
                  <a:pt x="8478149" y="3398064"/>
                  <a:pt x="8482226" y="3419605"/>
                </a:cubicBezTo>
                <a:cubicBezTo>
                  <a:pt x="8484942" y="3434604"/>
                  <a:pt x="8471809" y="3456526"/>
                  <a:pt x="8457318" y="3467682"/>
                </a:cubicBezTo>
                <a:cubicBezTo>
                  <a:pt x="8381232" y="3526527"/>
                  <a:pt x="8426520" y="3658836"/>
                  <a:pt x="8282501" y="3675759"/>
                </a:cubicBezTo>
                <a:cubicBezTo>
                  <a:pt x="8217735" y="3683450"/>
                  <a:pt x="8186486" y="3731913"/>
                  <a:pt x="8138932" y="3758451"/>
                </a:cubicBezTo>
                <a:cubicBezTo>
                  <a:pt x="7973628" y="3851144"/>
                  <a:pt x="7863120" y="3970376"/>
                  <a:pt x="7811946" y="4134221"/>
                </a:cubicBezTo>
                <a:cubicBezTo>
                  <a:pt x="7797906" y="4179605"/>
                  <a:pt x="7744010" y="4216145"/>
                  <a:pt x="7709139" y="4256145"/>
                </a:cubicBezTo>
                <a:cubicBezTo>
                  <a:pt x="7725896" y="4285376"/>
                  <a:pt x="7817379" y="4222298"/>
                  <a:pt x="7785224" y="4299221"/>
                </a:cubicBezTo>
                <a:cubicBezTo>
                  <a:pt x="7760768" y="4356915"/>
                  <a:pt x="7698269" y="4392684"/>
                  <a:pt x="7639392" y="4426916"/>
                </a:cubicBezTo>
                <a:cubicBezTo>
                  <a:pt x="7572364" y="4465762"/>
                  <a:pt x="7498091" y="4496914"/>
                  <a:pt x="7467746" y="4568838"/>
                </a:cubicBezTo>
                <a:cubicBezTo>
                  <a:pt x="7461405" y="4584223"/>
                  <a:pt x="7441025" y="4600376"/>
                  <a:pt x="7422910" y="4606531"/>
                </a:cubicBezTo>
                <a:cubicBezTo>
                  <a:pt x="6478176" y="5872304"/>
                  <a:pt x="4152572" y="5880765"/>
                  <a:pt x="3884462" y="5871919"/>
                </a:cubicBezTo>
                <a:cubicBezTo>
                  <a:pt x="3559738" y="5860765"/>
                  <a:pt x="3252674" y="5782688"/>
                  <a:pt x="2951503" y="5685381"/>
                </a:cubicBezTo>
                <a:cubicBezTo>
                  <a:pt x="2824239" y="5644226"/>
                  <a:pt x="2706035" y="5585765"/>
                  <a:pt x="2582393" y="5540381"/>
                </a:cubicBezTo>
                <a:cubicBezTo>
                  <a:pt x="2411654" y="5477686"/>
                  <a:pt x="2279862" y="5358071"/>
                  <a:pt x="2109575" y="5307686"/>
                </a:cubicBezTo>
                <a:cubicBezTo>
                  <a:pt x="1934305" y="5255763"/>
                  <a:pt x="1784398" y="5160762"/>
                  <a:pt x="1604145" y="5120379"/>
                </a:cubicBezTo>
                <a:cubicBezTo>
                  <a:pt x="1509040" y="5098840"/>
                  <a:pt x="1417102" y="5059994"/>
                  <a:pt x="1432046" y="4948840"/>
                </a:cubicBezTo>
                <a:cubicBezTo>
                  <a:pt x="1436123" y="4917301"/>
                  <a:pt x="1411214" y="4891532"/>
                  <a:pt x="1371813" y="4900763"/>
                </a:cubicBezTo>
                <a:cubicBezTo>
                  <a:pt x="1296633" y="4918071"/>
                  <a:pt x="1262665" y="4872300"/>
                  <a:pt x="1220998" y="4838069"/>
                </a:cubicBezTo>
                <a:cubicBezTo>
                  <a:pt x="1146725" y="4777302"/>
                  <a:pt x="1076074" y="4712685"/>
                  <a:pt x="957869" y="4702684"/>
                </a:cubicBezTo>
                <a:cubicBezTo>
                  <a:pt x="980512" y="4654991"/>
                  <a:pt x="1019009" y="4661916"/>
                  <a:pt x="1054336" y="4671915"/>
                </a:cubicBezTo>
                <a:cubicBezTo>
                  <a:pt x="1147177" y="4698070"/>
                  <a:pt x="1239115" y="4727684"/>
                  <a:pt x="1331957" y="4753839"/>
                </a:cubicBezTo>
                <a:cubicBezTo>
                  <a:pt x="1392645" y="4770763"/>
                  <a:pt x="1452881" y="4794609"/>
                  <a:pt x="1533949" y="4775761"/>
                </a:cubicBezTo>
                <a:cubicBezTo>
                  <a:pt x="1464202" y="4679607"/>
                  <a:pt x="1345545" y="4662300"/>
                  <a:pt x="1249533" y="4632685"/>
                </a:cubicBezTo>
                <a:cubicBezTo>
                  <a:pt x="1129515" y="4595378"/>
                  <a:pt x="1058865" y="4524991"/>
                  <a:pt x="974172" y="4446530"/>
                </a:cubicBezTo>
                <a:cubicBezTo>
                  <a:pt x="1062487" y="4427683"/>
                  <a:pt x="1117287" y="4485377"/>
                  <a:pt x="1186579" y="4482299"/>
                </a:cubicBezTo>
                <a:cubicBezTo>
                  <a:pt x="1190203" y="4472300"/>
                  <a:pt x="1196544" y="4457684"/>
                  <a:pt x="1195637" y="4457299"/>
                </a:cubicBezTo>
                <a:cubicBezTo>
                  <a:pt x="1082415" y="4414222"/>
                  <a:pt x="1029426" y="4333453"/>
                  <a:pt x="1011761" y="4235759"/>
                </a:cubicBezTo>
                <a:cubicBezTo>
                  <a:pt x="1002706" y="4185376"/>
                  <a:pt x="961492" y="4169607"/>
                  <a:pt x="920731" y="4146528"/>
                </a:cubicBezTo>
                <a:cubicBezTo>
                  <a:pt x="778522" y="4064606"/>
                  <a:pt x="628163" y="3990375"/>
                  <a:pt x="511316" y="3877683"/>
                </a:cubicBezTo>
                <a:cubicBezTo>
                  <a:pt x="646279" y="3892682"/>
                  <a:pt x="754521" y="3966143"/>
                  <a:pt x="899898" y="3997682"/>
                </a:cubicBezTo>
                <a:cubicBezTo>
                  <a:pt x="784411" y="3873836"/>
                  <a:pt x="634956" y="3811144"/>
                  <a:pt x="498636" y="3736143"/>
                </a:cubicBezTo>
                <a:cubicBezTo>
                  <a:pt x="436588" y="3701912"/>
                  <a:pt x="379073" y="3658065"/>
                  <a:pt x="303890" y="3639604"/>
                </a:cubicBezTo>
                <a:cubicBezTo>
                  <a:pt x="277170" y="3633065"/>
                  <a:pt x="233240" y="3619219"/>
                  <a:pt x="254527" y="3582680"/>
                </a:cubicBezTo>
                <a:cubicBezTo>
                  <a:pt x="272641" y="3552297"/>
                  <a:pt x="308419" y="3561526"/>
                  <a:pt x="341028" y="3570373"/>
                </a:cubicBezTo>
                <a:cubicBezTo>
                  <a:pt x="419378" y="3592297"/>
                  <a:pt x="500446" y="3592682"/>
                  <a:pt x="606424" y="3592297"/>
                </a:cubicBezTo>
                <a:cubicBezTo>
                  <a:pt x="517657" y="3491912"/>
                  <a:pt x="355067" y="3521913"/>
                  <a:pt x="278984" y="3416526"/>
                </a:cubicBezTo>
                <a:cubicBezTo>
                  <a:pt x="374088" y="3398064"/>
                  <a:pt x="447458" y="3436142"/>
                  <a:pt x="524452" y="3443448"/>
                </a:cubicBezTo>
                <a:cubicBezTo>
                  <a:pt x="594195" y="3449987"/>
                  <a:pt x="611405" y="3432296"/>
                  <a:pt x="595102" y="3374218"/>
                </a:cubicBezTo>
                <a:cubicBezTo>
                  <a:pt x="569741" y="3283833"/>
                  <a:pt x="607782" y="3237678"/>
                  <a:pt x="709231" y="3262295"/>
                </a:cubicBezTo>
                <a:cubicBezTo>
                  <a:pt x="803432" y="3285372"/>
                  <a:pt x="813394" y="3251526"/>
                  <a:pt x="788033" y="3199987"/>
                </a:cubicBezTo>
                <a:cubicBezTo>
                  <a:pt x="751802" y="3124988"/>
                  <a:pt x="793015" y="3066910"/>
                  <a:pt x="821094" y="3003833"/>
                </a:cubicBezTo>
                <a:cubicBezTo>
                  <a:pt x="864120" y="2907680"/>
                  <a:pt x="846003" y="2860755"/>
                  <a:pt x="753161" y="2789218"/>
                </a:cubicBezTo>
                <a:cubicBezTo>
                  <a:pt x="701080" y="2749216"/>
                  <a:pt x="644921" y="2715371"/>
                  <a:pt x="569285" y="2680756"/>
                </a:cubicBezTo>
                <a:cubicBezTo>
                  <a:pt x="743651" y="2661909"/>
                  <a:pt x="560683" y="2598448"/>
                  <a:pt x="622275" y="2558832"/>
                </a:cubicBezTo>
                <a:cubicBezTo>
                  <a:pt x="745462" y="2542678"/>
                  <a:pt x="846003" y="2668833"/>
                  <a:pt x="1013576" y="2632679"/>
                </a:cubicBezTo>
                <a:cubicBezTo>
                  <a:pt x="806602" y="2523446"/>
                  <a:pt x="577892" y="2487677"/>
                  <a:pt x="427984" y="2342293"/>
                </a:cubicBezTo>
                <a:cubicBezTo>
                  <a:pt x="462405" y="2309216"/>
                  <a:pt x="496823" y="2339985"/>
                  <a:pt x="526263" y="2327678"/>
                </a:cubicBezTo>
                <a:cubicBezTo>
                  <a:pt x="525356" y="2319985"/>
                  <a:pt x="527622" y="2308446"/>
                  <a:pt x="522186" y="2304986"/>
                </a:cubicBezTo>
                <a:cubicBezTo>
                  <a:pt x="410323" y="2225754"/>
                  <a:pt x="408509" y="2223831"/>
                  <a:pt x="528526" y="2165368"/>
                </a:cubicBezTo>
                <a:cubicBezTo>
                  <a:pt x="570645" y="2144984"/>
                  <a:pt x="567023" y="2126906"/>
                  <a:pt x="544832" y="2101138"/>
                </a:cubicBezTo>
                <a:cubicBezTo>
                  <a:pt x="528978" y="2083061"/>
                  <a:pt x="509957" y="2066906"/>
                  <a:pt x="519016" y="2027291"/>
                </a:cubicBezTo>
                <a:cubicBezTo>
                  <a:pt x="584685" y="2078062"/>
                  <a:pt x="902162" y="2061522"/>
                  <a:pt x="958321" y="2056137"/>
                </a:cubicBezTo>
                <a:cubicBezTo>
                  <a:pt x="1021272" y="2050369"/>
                  <a:pt x="1083319" y="2025753"/>
                  <a:pt x="1149440" y="2039214"/>
                </a:cubicBezTo>
                <a:cubicBezTo>
                  <a:pt x="1202430" y="2049985"/>
                  <a:pt x="1447897" y="2154215"/>
                  <a:pt x="1482772" y="2034599"/>
                </a:cubicBezTo>
                <a:cubicBezTo>
                  <a:pt x="1484583" y="2028831"/>
                  <a:pt x="1583765" y="2042293"/>
                  <a:pt x="1637208" y="2048831"/>
                </a:cubicBezTo>
                <a:cubicBezTo>
                  <a:pt x="1684309" y="2054216"/>
                  <a:pt x="1737297" y="2078062"/>
                  <a:pt x="1768999" y="2030369"/>
                </a:cubicBezTo>
                <a:cubicBezTo>
                  <a:pt x="1787568" y="2002293"/>
                  <a:pt x="1711030" y="1948062"/>
                  <a:pt x="1642642" y="1943445"/>
                </a:cubicBezTo>
                <a:cubicBezTo>
                  <a:pt x="1583312" y="1939214"/>
                  <a:pt x="1521266" y="1933060"/>
                  <a:pt x="1464655" y="1944599"/>
                </a:cubicBezTo>
                <a:cubicBezTo>
                  <a:pt x="1394911" y="1958446"/>
                  <a:pt x="1357322" y="1936138"/>
                  <a:pt x="1337846" y="1888061"/>
                </a:cubicBezTo>
                <a:cubicBezTo>
                  <a:pt x="1316106" y="1834985"/>
                  <a:pt x="1274439" y="1810368"/>
                  <a:pt x="1216924" y="1785752"/>
                </a:cubicBezTo>
                <a:cubicBezTo>
                  <a:pt x="1077431" y="1726138"/>
                  <a:pt x="943377" y="1657291"/>
                  <a:pt x="790299" y="1622676"/>
                </a:cubicBezTo>
                <a:cubicBezTo>
                  <a:pt x="759953" y="1615751"/>
                  <a:pt x="726441" y="1606521"/>
                  <a:pt x="712401" y="1560751"/>
                </a:cubicBezTo>
                <a:cubicBezTo>
                  <a:pt x="1126798" y="1629213"/>
                  <a:pt x="1504511" y="1807676"/>
                  <a:pt x="1932039" y="1797291"/>
                </a:cubicBezTo>
                <a:cubicBezTo>
                  <a:pt x="1815195" y="1740752"/>
                  <a:pt x="1679780" y="1737675"/>
                  <a:pt x="1555234" y="1698059"/>
                </a:cubicBezTo>
                <a:cubicBezTo>
                  <a:pt x="1643549" y="1668444"/>
                  <a:pt x="1726428" y="1699213"/>
                  <a:pt x="1810212" y="1716137"/>
                </a:cubicBezTo>
                <a:cubicBezTo>
                  <a:pt x="1880410" y="1729982"/>
                  <a:pt x="1943817" y="1732290"/>
                  <a:pt x="1951515" y="1649598"/>
                </a:cubicBezTo>
                <a:cubicBezTo>
                  <a:pt x="1948798" y="1644214"/>
                  <a:pt x="1949249" y="1637291"/>
                  <a:pt x="1949704" y="1630753"/>
                </a:cubicBezTo>
                <a:cubicBezTo>
                  <a:pt x="1926152" y="1596522"/>
                  <a:pt x="1889468" y="1578830"/>
                  <a:pt x="1845990" y="1568828"/>
                </a:cubicBezTo>
                <a:cubicBezTo>
                  <a:pt x="1819722" y="1562674"/>
                  <a:pt x="1784851" y="1553443"/>
                  <a:pt x="1785302" y="1528829"/>
                </a:cubicBezTo>
                <a:cubicBezTo>
                  <a:pt x="1786662" y="1437674"/>
                  <a:pt x="1702878" y="1411136"/>
                  <a:pt x="1619092" y="1384597"/>
                </a:cubicBezTo>
                <a:cubicBezTo>
                  <a:pt x="1665740" y="1339213"/>
                  <a:pt x="1702423" y="1372674"/>
                  <a:pt x="1737750" y="1369214"/>
                </a:cubicBezTo>
                <a:cubicBezTo>
                  <a:pt x="1760848" y="1366906"/>
                  <a:pt x="1781679" y="1362675"/>
                  <a:pt x="1781679" y="1339213"/>
                </a:cubicBezTo>
                <a:cubicBezTo>
                  <a:pt x="1782132" y="1319597"/>
                  <a:pt x="1771262" y="1297288"/>
                  <a:pt x="1748620" y="1296905"/>
                </a:cubicBezTo>
                <a:cubicBezTo>
                  <a:pt x="1606863" y="1293442"/>
                  <a:pt x="1528513" y="1167288"/>
                  <a:pt x="1381324" y="1166904"/>
                </a:cubicBezTo>
                <a:cubicBezTo>
                  <a:pt x="1293462" y="1166904"/>
                  <a:pt x="1427065" y="1095751"/>
                  <a:pt x="1352792" y="1066135"/>
                </a:cubicBezTo>
                <a:cubicBezTo>
                  <a:pt x="1336486" y="1059596"/>
                  <a:pt x="1395363" y="1049597"/>
                  <a:pt x="1421631" y="1051135"/>
                </a:cubicBezTo>
                <a:cubicBezTo>
                  <a:pt x="1447445" y="1052673"/>
                  <a:pt x="1470543" y="1071519"/>
                  <a:pt x="1501793" y="1058058"/>
                </a:cubicBezTo>
                <a:cubicBezTo>
                  <a:pt x="1519003" y="1009981"/>
                  <a:pt x="1474621" y="992289"/>
                  <a:pt x="1437935" y="978826"/>
                </a:cubicBezTo>
                <a:cubicBezTo>
                  <a:pt x="1353244" y="947673"/>
                  <a:pt x="1270817" y="909981"/>
                  <a:pt x="1177975" y="898826"/>
                </a:cubicBezTo>
                <a:cubicBezTo>
                  <a:pt x="1144915" y="894980"/>
                  <a:pt x="1225528" y="843440"/>
                  <a:pt x="1241378" y="825366"/>
                </a:cubicBezTo>
                <a:cubicBezTo>
                  <a:pt x="867743" y="635366"/>
                  <a:pt x="418474" y="644980"/>
                  <a:pt x="0" y="491517"/>
                </a:cubicBezTo>
                <a:cubicBezTo>
                  <a:pt x="92391" y="461518"/>
                  <a:pt x="160326" y="483440"/>
                  <a:pt x="223277" y="488057"/>
                </a:cubicBezTo>
                <a:cubicBezTo>
                  <a:pt x="380429" y="499594"/>
                  <a:pt x="535773" y="523440"/>
                  <a:pt x="692473" y="537671"/>
                </a:cubicBezTo>
                <a:cubicBezTo>
                  <a:pt x="769465" y="544594"/>
                  <a:pt x="841022" y="570749"/>
                  <a:pt x="927071" y="529211"/>
                </a:cubicBezTo>
                <a:cubicBezTo>
                  <a:pt x="984589" y="501518"/>
                  <a:pt x="1076527" y="531517"/>
                  <a:pt x="1147177" y="556134"/>
                </a:cubicBezTo>
                <a:cubicBezTo>
                  <a:pt x="1205600" y="576517"/>
                  <a:pt x="1261306" y="581901"/>
                  <a:pt x="1338752" y="556134"/>
                </a:cubicBezTo>
                <a:cubicBezTo>
                  <a:pt x="1268554" y="540364"/>
                  <a:pt x="1214658" y="526519"/>
                  <a:pt x="1159406" y="516901"/>
                </a:cubicBezTo>
                <a:cubicBezTo>
                  <a:pt x="1115475" y="509211"/>
                  <a:pt x="1220094" y="478056"/>
                  <a:pt x="1273535" y="481902"/>
                </a:cubicBezTo>
                <a:cubicBezTo>
                  <a:pt x="1348263" y="487287"/>
                  <a:pt x="1306144" y="467287"/>
                  <a:pt x="1293462" y="439595"/>
                </a:cubicBezTo>
                <a:cubicBezTo>
                  <a:pt x="1279875" y="409979"/>
                  <a:pt x="1320183" y="400749"/>
                  <a:pt x="1345545" y="406900"/>
                </a:cubicBezTo>
                <a:cubicBezTo>
                  <a:pt x="1442916" y="431133"/>
                  <a:pt x="1539834" y="388441"/>
                  <a:pt x="1640379" y="423057"/>
                </a:cubicBezTo>
                <a:cubicBezTo>
                  <a:pt x="1615015" y="337670"/>
                  <a:pt x="1560215" y="300363"/>
                  <a:pt x="1445634" y="288439"/>
                </a:cubicBezTo>
                <a:cubicBezTo>
                  <a:pt x="1402608" y="283826"/>
                  <a:pt x="1357773" y="290748"/>
                  <a:pt x="1320636" y="266131"/>
                </a:cubicBezTo>
                <a:cubicBezTo>
                  <a:pt x="1299349" y="251902"/>
                  <a:pt x="1275346" y="234978"/>
                  <a:pt x="1292104" y="208824"/>
                </a:cubicBezTo>
                <a:cubicBezTo>
                  <a:pt x="1303877" y="190363"/>
                  <a:pt x="1329242" y="190363"/>
                  <a:pt x="1350074" y="196517"/>
                </a:cubicBezTo>
                <a:cubicBezTo>
                  <a:pt x="1443371" y="223826"/>
                  <a:pt x="1540741" y="233825"/>
                  <a:pt x="1638113" y="243826"/>
                </a:cubicBezTo>
                <a:cubicBezTo>
                  <a:pt x="1653059" y="245364"/>
                  <a:pt x="1669814" y="250365"/>
                  <a:pt x="1686573" y="224977"/>
                </a:cubicBezTo>
                <a:cubicBezTo>
                  <a:pt x="1504511" y="183824"/>
                  <a:pt x="1331505" y="125362"/>
                  <a:pt x="1144459" y="102670"/>
                </a:cubicBezTo>
                <a:cubicBezTo>
                  <a:pt x="1147177" y="91900"/>
                  <a:pt x="1149896" y="81131"/>
                  <a:pt x="1152614" y="70362"/>
                </a:cubicBezTo>
                <a:cubicBezTo>
                  <a:pt x="1298896" y="85746"/>
                  <a:pt x="1445182" y="101131"/>
                  <a:pt x="1629961" y="120363"/>
                </a:cubicBezTo>
                <a:cubicBezTo>
                  <a:pt x="1516284" y="59207"/>
                  <a:pt x="1408951" y="79594"/>
                  <a:pt x="1324712" y="25362"/>
                </a:cubicBezTo>
                <a:cubicBezTo>
                  <a:pt x="1340563" y="4786"/>
                  <a:pt x="1359698" y="-407"/>
                  <a:pt x="1379513" y="25"/>
                </a:cubicBezTo>
                <a:close/>
              </a:path>
            </a:pathLst>
          </a:cu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FE071-675A-33FC-FFA4-CB3369616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Group: 25-26J-189​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38BB1-4539-3BC6-112D-26D7947CD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616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F79B0DD-2C63-4EE5-804F-B8E391FC1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7DB8AB-CD55-4C8F-9043-52652B892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6"/>
            <a:ext cx="5364255" cy="2706794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Forms response chart. Question title: From a research perspective, is  artificial  pollination management a valid focus area for applied agricultural innovation?  . Number of responses: 13 responses.">
            <a:extLst>
              <a:ext uri="{FF2B5EF4-FFF2-40B4-BE49-F238E27FC236}">
                <a16:creationId xmlns:a16="http://schemas.microsoft.com/office/drawing/2014/main" id="{0A590C06-DF2F-8C55-3DDC-B2975E134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26" y="965200"/>
            <a:ext cx="4059700" cy="206029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3059C5A-91CB-4024-9B4E-20082E25C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8589" y="643466"/>
            <a:ext cx="5376806" cy="2706794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Forms response chart. Question title: How critical is correct pollination timing for achieving optimal yield?  . Number of responses: 13 responses.">
            <a:extLst>
              <a:ext uri="{FF2B5EF4-FFF2-40B4-BE49-F238E27FC236}">
                <a16:creationId xmlns:a16="http://schemas.microsoft.com/office/drawing/2014/main" id="{706AB087-490B-216C-9784-10857355F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937" y="965200"/>
            <a:ext cx="4337468" cy="206029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84884BF-A898-4EFF-9504-E13EBE3FF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3514513"/>
            <a:ext cx="5364255" cy="270340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Forms response chart. Question title:   Based on your knowledge and experience, is artificial pollination essential for pumpkin cultivation?  . Number of responses: 13 responses.">
            <a:extLst>
              <a:ext uri="{FF2B5EF4-FFF2-40B4-BE49-F238E27FC236}">
                <a16:creationId xmlns:a16="http://schemas.microsoft.com/office/drawing/2014/main" id="{A58AC6F9-DC85-5B66-FA49-C172475B0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20" y="3836247"/>
            <a:ext cx="4553144" cy="206029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B32D337-FDA6-4468-ADB1-7038E5FC0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8589" y="3514513"/>
            <a:ext cx="5376806" cy="2706794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Forms response chart. Question title: Failure of pollination in pumpkin flowers typically results in. Number of responses: 13 responses.">
            <a:extLst>
              <a:ext uri="{FF2B5EF4-FFF2-40B4-BE49-F238E27FC236}">
                <a16:creationId xmlns:a16="http://schemas.microsoft.com/office/drawing/2014/main" id="{7F43C648-07BC-3193-1EC3-76C37E06D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9680" y="3872260"/>
            <a:ext cx="4733982" cy="198827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98723A-5A2C-6BD1-FB48-75012989F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Group: 25-26J-189​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9810C5-391D-408F-681A-A34549743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4" name="Picture 3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0EBED6F7-E436-58A1-E730-5ED089268C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6" y="6358266"/>
            <a:ext cx="264795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76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3" ma:contentTypeDescription="Create a new document." ma:contentTypeScope="" ma:versionID="cbef7e19daa0d389b559f873c5a3e553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060a19f19fc398f1deb5a7ac3ca80118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112CA4-3017-4C50-B984-063B4E0B8C35}">
  <ds:schemaRefs>
    <ds:schemaRef ds:uri="b315195e-671e-423b-bef2-4f1205612242"/>
    <ds:schemaRef ds:uri="db72c12f-87a4-44ab-bbc5-4cc8306b15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E4BC93B-2AE5-46EF-8DE3-6D39F6BF838F}">
  <ds:schemaRefs>
    <ds:schemaRef ds:uri="b315195e-671e-423b-bef2-4f1205612242"/>
    <ds:schemaRef ds:uri="db72c12f-87a4-44ab-bbc5-4cc8306b158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321782A-DB17-44F3-B853-3AD05D7548C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Smart Pollination Assistant for Pumpkin Farming</vt:lpstr>
      <vt:lpstr>Problem Statement &amp; Stakeholders </vt:lpstr>
      <vt:lpstr>Research Gap &amp; Objectives</vt:lpstr>
      <vt:lpstr>Solution Overview</vt:lpstr>
      <vt:lpstr>System Architecture Overview</vt:lpstr>
      <vt:lpstr>Commercialization / Impact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</cp:revision>
  <dcterms:created xsi:type="dcterms:W3CDTF">2026-03-05T05:29:53Z</dcterms:created>
  <dcterms:modified xsi:type="dcterms:W3CDTF">2026-03-09T08:14:52Z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  <property fmtid="{D5CDD505-2E9C-101B-9397-08002B2CF9AE}" pid="3" name="MediaServiceImageTags">
    <vt:lpwstr/>
  </property>
</Properties>
</file>